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7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8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3"/>
  </p:notesMasterIdLst>
  <p:sldIdLst>
    <p:sldId id="558" r:id="rId2"/>
    <p:sldId id="312" r:id="rId3"/>
    <p:sldId id="515" r:id="rId4"/>
    <p:sldId id="531" r:id="rId5"/>
    <p:sldId id="516" r:id="rId6"/>
    <p:sldId id="517" r:id="rId7"/>
    <p:sldId id="532" r:id="rId8"/>
    <p:sldId id="529" r:id="rId9"/>
    <p:sldId id="554" r:id="rId10"/>
    <p:sldId id="569" r:id="rId11"/>
    <p:sldId id="556" r:id="rId12"/>
    <p:sldId id="557" r:id="rId13"/>
    <p:sldId id="559" r:id="rId14"/>
    <p:sldId id="535" r:id="rId15"/>
    <p:sldId id="545" r:id="rId16"/>
    <p:sldId id="519" r:id="rId17"/>
    <p:sldId id="542" r:id="rId18"/>
    <p:sldId id="564" r:id="rId19"/>
    <p:sldId id="566" r:id="rId20"/>
    <p:sldId id="567" r:id="rId21"/>
    <p:sldId id="568" r:id="rId22"/>
    <p:sldId id="536" r:id="rId23"/>
    <p:sldId id="548" r:id="rId24"/>
    <p:sldId id="541" r:id="rId25"/>
    <p:sldId id="563" r:id="rId26"/>
    <p:sldId id="549" r:id="rId27"/>
    <p:sldId id="551" r:id="rId28"/>
    <p:sldId id="552" r:id="rId29"/>
    <p:sldId id="537" r:id="rId30"/>
    <p:sldId id="265" r:id="rId31"/>
    <p:sldId id="513" r:id="rId3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品鈞 陳" initials="品鈞" lastIdx="1" clrIdx="0">
    <p:extLst>
      <p:ext uri="{19B8F6BF-5375-455C-9EA6-DF929625EA0E}">
        <p15:presenceInfo xmlns:p15="http://schemas.microsoft.com/office/powerpoint/2012/main" userId="1ecd9ead1a79068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CCECFF"/>
    <a:srgbClr val="FDEFE9"/>
    <a:srgbClr val="FCDDCF"/>
    <a:srgbClr val="A1A5AD"/>
    <a:srgbClr val="F79646"/>
    <a:srgbClr val="D0D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00" autoAdjust="0"/>
    <p:restoredTop sz="95160" autoAdjust="0"/>
  </p:normalViewPr>
  <p:slideViewPr>
    <p:cSldViewPr snapToGrid="0">
      <p:cViewPr varScale="1">
        <p:scale>
          <a:sx n="153" d="100"/>
          <a:sy n="153" d="100"/>
        </p:scale>
        <p:origin x="917" y="86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n-US" sz="1600" dirty="0"/>
              <a:t>Gap to Optimal Solution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PPO(E1)</c:v>
                </c:pt>
              </c:strCache>
            </c:strRef>
          </c:tx>
          <c:spPr>
            <a:solidFill>
              <a:schemeClr val="accent5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E1</c:v>
                </c:pt>
                <c:pt idx="1">
                  <c:v>E2</c:v>
                </c:pt>
                <c:pt idx="2">
                  <c:v>E3</c:v>
                </c:pt>
                <c:pt idx="3">
                  <c:v>E4</c:v>
                </c:pt>
              </c:strCache>
            </c:strRef>
          </c:cat>
          <c:val>
            <c:numRef>
              <c:f>Sheet1!$B$2:$E$2</c:f>
              <c:numCache>
                <c:formatCode>0%</c:formatCode>
                <c:ptCount val="4"/>
                <c:pt idx="0">
                  <c:v>0.624</c:v>
                </c:pt>
                <c:pt idx="1">
                  <c:v>0.25</c:v>
                </c:pt>
                <c:pt idx="2">
                  <c:v>0.437</c:v>
                </c:pt>
                <c:pt idx="3">
                  <c:v>0.20300000000000001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FB-A340-A705-D59DE439E67A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PPO(E2)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E1</c:v>
                </c:pt>
                <c:pt idx="1">
                  <c:v>E2</c:v>
                </c:pt>
                <c:pt idx="2">
                  <c:v>E3</c:v>
                </c:pt>
                <c:pt idx="3">
                  <c:v>E4</c:v>
                </c:pt>
              </c:strCache>
            </c:strRef>
          </c:cat>
          <c:val>
            <c:numRef>
              <c:f>Sheet1!$B$3:$E$3</c:f>
              <c:numCache>
                <c:formatCode>0%</c:formatCode>
                <c:ptCount val="4"/>
                <c:pt idx="0">
                  <c:v>0.438</c:v>
                </c:pt>
                <c:pt idx="1">
                  <c:v>0.22600000000000001</c:v>
                </c:pt>
                <c:pt idx="2">
                  <c:v>0.55300000000000005</c:v>
                </c:pt>
                <c:pt idx="3">
                  <c:v>0.27900000000000003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FB-A340-A705-D59DE439E67A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iGreedy</c:v>
                </c:pt>
              </c:strCache>
            </c:strRef>
          </c:tx>
          <c:spPr>
            <a:solidFill>
              <a:schemeClr val="accent5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E1</c:v>
                </c:pt>
                <c:pt idx="1">
                  <c:v>E2</c:v>
                </c:pt>
                <c:pt idx="2">
                  <c:v>E3</c:v>
                </c:pt>
                <c:pt idx="3">
                  <c:v>E4</c:v>
                </c:pt>
              </c:strCache>
            </c:strRef>
          </c:cat>
          <c:val>
            <c:numRef>
              <c:f>Sheet1!$B$4:$E$4</c:f>
              <c:numCache>
                <c:formatCode>0%</c:formatCode>
                <c:ptCount val="4"/>
                <c:pt idx="0">
                  <c:v>0.29199999999999998</c:v>
                </c:pt>
                <c:pt idx="1">
                  <c:v>0.438</c:v>
                </c:pt>
                <c:pt idx="2">
                  <c:v>0.12</c:v>
                </c:pt>
                <c:pt idx="3">
                  <c:v>0.17499999999999999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AFB-A340-A705-D59DE439E6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280063632"/>
        <c:axId val="1280065280"/>
      </c:barChart>
      <c:catAx>
        <c:axId val="1280063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280065280"/>
        <c:crosses val="autoZero"/>
        <c:auto val="1"/>
        <c:lblAlgn val="ctr"/>
        <c:lblOffset val="100"/>
        <c:noMultiLvlLbl val="0"/>
      </c:catAx>
      <c:valAx>
        <c:axId val="12800652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280063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n-US" sz="1600" dirty="0"/>
              <a:t>Gap to Optimal Solution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PPO(E3)</c:v>
                </c:pt>
              </c:strCache>
            </c:strRef>
          </c:tx>
          <c:spPr>
            <a:solidFill>
              <a:schemeClr val="accent5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E1</c:v>
                </c:pt>
                <c:pt idx="1">
                  <c:v>E2</c:v>
                </c:pt>
                <c:pt idx="2">
                  <c:v>E3</c:v>
                </c:pt>
                <c:pt idx="3">
                  <c:v>E4</c:v>
                </c:pt>
              </c:strCache>
            </c:strRef>
          </c:cat>
          <c:val>
            <c:numRef>
              <c:f>Sheet1!$B$2:$E$2</c:f>
              <c:numCache>
                <c:formatCode>0%</c:formatCode>
                <c:ptCount val="4"/>
                <c:pt idx="0">
                  <c:v>1.718</c:v>
                </c:pt>
                <c:pt idx="1">
                  <c:v>0.60799999999999998</c:v>
                </c:pt>
                <c:pt idx="2">
                  <c:v>0.23100000000000001</c:v>
                </c:pt>
                <c:pt idx="3">
                  <c:v>0.16800000000000001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EB-134E-8D48-CAA41DB964D1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PPO(E4)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E1</c:v>
                </c:pt>
                <c:pt idx="1">
                  <c:v>E2</c:v>
                </c:pt>
                <c:pt idx="2">
                  <c:v>E3</c:v>
                </c:pt>
                <c:pt idx="3">
                  <c:v>E4</c:v>
                </c:pt>
              </c:strCache>
            </c:strRef>
          </c:cat>
          <c:val>
            <c:numRef>
              <c:f>Sheet1!$B$3:$E$3</c:f>
              <c:numCache>
                <c:formatCode>0%</c:formatCode>
                <c:ptCount val="4"/>
                <c:pt idx="0">
                  <c:v>1.7110000000000001</c:v>
                </c:pt>
                <c:pt idx="1">
                  <c:v>0.61799999999999999</c:v>
                </c:pt>
                <c:pt idx="2">
                  <c:v>0.25900000000000001</c:v>
                </c:pt>
                <c:pt idx="3">
                  <c:v>0.14099999999999999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6EB-134E-8D48-CAA41DB964D1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iGreedy</c:v>
                </c:pt>
              </c:strCache>
            </c:strRef>
          </c:tx>
          <c:spPr>
            <a:solidFill>
              <a:schemeClr val="accent5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E1</c:v>
                </c:pt>
                <c:pt idx="1">
                  <c:v>E2</c:v>
                </c:pt>
                <c:pt idx="2">
                  <c:v>E3</c:v>
                </c:pt>
                <c:pt idx="3">
                  <c:v>E4</c:v>
                </c:pt>
              </c:strCache>
            </c:strRef>
          </c:cat>
          <c:val>
            <c:numRef>
              <c:f>Sheet1!$B$4:$E$4</c:f>
              <c:numCache>
                <c:formatCode>0%</c:formatCode>
                <c:ptCount val="4"/>
                <c:pt idx="0">
                  <c:v>0.29199999999999998</c:v>
                </c:pt>
                <c:pt idx="1">
                  <c:v>0.438</c:v>
                </c:pt>
                <c:pt idx="2">
                  <c:v>0.12</c:v>
                </c:pt>
                <c:pt idx="3">
                  <c:v>0.17499999999999999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6EB-134E-8D48-CAA41DB964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280063632"/>
        <c:axId val="1280065280"/>
      </c:barChart>
      <c:catAx>
        <c:axId val="1280063632"/>
        <c:scaling>
          <c:orientation val="minMax"/>
        </c:scaling>
        <c:delete val="0"/>
        <c:axPos val="b"/>
        <c:numFmt formatCode="#,##0.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280065280"/>
        <c:crosses val="autoZero"/>
        <c:auto val="1"/>
        <c:lblAlgn val="ctr"/>
        <c:lblOffset val="100"/>
        <c:tickLblSkip val="1"/>
        <c:tickMarkSkip val="500"/>
        <c:noMultiLvlLbl val="0"/>
      </c:catAx>
      <c:valAx>
        <c:axId val="1280065280"/>
        <c:scaling>
          <c:orientation val="minMax"/>
          <c:max val="0.70000000000000007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280063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n-US" sz="1600" dirty="0"/>
              <a:t>Gap to Optimal Solution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PPO(E2)</c:v>
                </c:pt>
              </c:strCache>
            </c:strRef>
          </c:tx>
          <c:spPr>
            <a:solidFill>
              <a:schemeClr val="accent5">
                <a:tint val="58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</c:f>
              <c:strCache>
                <c:ptCount val="1"/>
                <c:pt idx="0">
                  <c:v>E5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1.0089999999999999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FB-A340-A705-D59DE439E67A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PPO(E5)</c:v>
                </c:pt>
              </c:strCache>
            </c:strRef>
          </c:tx>
          <c:spPr>
            <a:solidFill>
              <a:schemeClr val="accent5">
                <a:tint val="8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</c:f>
              <c:strCache>
                <c:ptCount val="1"/>
                <c:pt idx="0">
                  <c:v>E5</c:v>
                </c:pt>
              </c:strCache>
            </c:strRef>
          </c:cat>
          <c:val>
            <c:numRef>
              <c:f>Sheet1!$B$3</c:f>
              <c:numCache>
                <c:formatCode>0%</c:formatCode>
                <c:ptCount val="1"/>
                <c:pt idx="0">
                  <c:v>0.82799999999999996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FB-A340-A705-D59DE439E67A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PPO(E2)+Grouping</c:v>
                </c:pt>
              </c:strCache>
            </c:strRef>
          </c:tx>
          <c:spPr>
            <a:solidFill>
              <a:schemeClr val="accent5">
                <a:shade val="8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</c:f>
              <c:strCache>
                <c:ptCount val="1"/>
                <c:pt idx="0">
                  <c:v>E5</c:v>
                </c:pt>
              </c:strCache>
            </c:strRef>
          </c:cat>
          <c:val>
            <c:numRef>
              <c:f>Sheet1!$B$4</c:f>
              <c:numCache>
                <c:formatCode>0%</c:formatCode>
                <c:ptCount val="1"/>
                <c:pt idx="0">
                  <c:v>0.76100000000000001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AFB-A340-A705-D59DE439E67A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iGreedy</c:v>
                </c:pt>
              </c:strCache>
            </c:strRef>
          </c:tx>
          <c:spPr>
            <a:solidFill>
              <a:schemeClr val="accent5">
                <a:shade val="58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</c:f>
              <c:strCache>
                <c:ptCount val="1"/>
                <c:pt idx="0">
                  <c:v>E5</c:v>
                </c:pt>
              </c:strCache>
            </c:strRef>
          </c:cat>
          <c:val>
            <c:numRef>
              <c:f>Sheet1!$B$5</c:f>
              <c:numCache>
                <c:formatCode>0%</c:formatCode>
                <c:ptCount val="1"/>
                <c:pt idx="0">
                  <c:v>0.83899999999999997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AFB-A340-A705-D59DE439E6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280063632"/>
        <c:axId val="1280065280"/>
      </c:barChart>
      <c:catAx>
        <c:axId val="1280063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280065280"/>
        <c:crosses val="autoZero"/>
        <c:auto val="1"/>
        <c:lblAlgn val="ctr"/>
        <c:lblOffset val="100"/>
        <c:noMultiLvlLbl val="0"/>
      </c:catAx>
      <c:valAx>
        <c:axId val="1280065280"/>
        <c:scaling>
          <c:orientation val="minMax"/>
          <c:min val="0.6000000000000000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280063632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n-US" sz="1600" dirty="0"/>
              <a:t>Gap to Optimal Solution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PPO</c:v>
                </c:pt>
              </c:strCache>
            </c:strRef>
          </c:tx>
          <c:spPr>
            <a:solidFill>
              <a:schemeClr val="accent5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E1</c:v>
                </c:pt>
                <c:pt idx="1">
                  <c:v>E3</c:v>
                </c:pt>
                <c:pt idx="2">
                  <c:v>E6</c:v>
                </c:pt>
                <c:pt idx="3">
                  <c:v>E8</c:v>
                </c:pt>
              </c:strCache>
            </c:strRef>
          </c:cat>
          <c:val>
            <c:numRef>
              <c:f>Sheet1!$B$2:$E$2</c:f>
              <c:numCache>
                <c:formatCode>0%</c:formatCode>
                <c:ptCount val="4"/>
                <c:pt idx="0">
                  <c:v>0.438</c:v>
                </c:pt>
                <c:pt idx="1">
                  <c:v>0.25900000000000001</c:v>
                </c:pt>
                <c:pt idx="2">
                  <c:v>0.40200000000000002</c:v>
                </c:pt>
                <c:pt idx="3">
                  <c:v>0.14299999999999999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FB-A340-A705-D59DE439E67A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iGreedy</c:v>
                </c:pt>
              </c:strCache>
            </c:strRef>
          </c:tx>
          <c:spPr>
            <a:solidFill>
              <a:schemeClr val="accent5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E1</c:v>
                </c:pt>
                <c:pt idx="1">
                  <c:v>E3</c:v>
                </c:pt>
                <c:pt idx="2">
                  <c:v>E6</c:v>
                </c:pt>
                <c:pt idx="3">
                  <c:v>E8</c:v>
                </c:pt>
              </c:strCache>
            </c:strRef>
          </c:cat>
          <c:val>
            <c:numRef>
              <c:f>Sheet1!$B$3:$E$3</c:f>
              <c:numCache>
                <c:formatCode>0%</c:formatCode>
                <c:ptCount val="4"/>
                <c:pt idx="0">
                  <c:v>0.29199999999999998</c:v>
                </c:pt>
                <c:pt idx="1">
                  <c:v>0.12</c:v>
                </c:pt>
                <c:pt idx="2">
                  <c:v>0.26100000000000001</c:v>
                </c:pt>
                <c:pt idx="3">
                  <c:v>0.17899999999999999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FB-A340-A705-D59DE439E6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280063632"/>
        <c:axId val="1280065280"/>
      </c:barChart>
      <c:catAx>
        <c:axId val="1280063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280065280"/>
        <c:crosses val="autoZero"/>
        <c:auto val="1"/>
        <c:lblAlgn val="ctr"/>
        <c:lblOffset val="100"/>
        <c:noMultiLvlLbl val="0"/>
      </c:catAx>
      <c:valAx>
        <c:axId val="12800652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280063632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n-US" sz="1600" dirty="0"/>
              <a:t>Gap to Optimal Solution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PPO</c:v>
                </c:pt>
              </c:strCache>
            </c:strRef>
          </c:tx>
          <c:spPr>
            <a:solidFill>
              <a:schemeClr val="accent5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E2</c:v>
                </c:pt>
                <c:pt idx="1">
                  <c:v>E4</c:v>
                </c:pt>
                <c:pt idx="2">
                  <c:v>E7</c:v>
                </c:pt>
                <c:pt idx="3">
                  <c:v>E9</c:v>
                </c:pt>
              </c:strCache>
            </c:strRef>
          </c:cat>
          <c:val>
            <c:numRef>
              <c:f>Sheet1!$B$2:$E$2</c:f>
              <c:numCache>
                <c:formatCode>0%</c:formatCode>
                <c:ptCount val="4"/>
                <c:pt idx="0">
                  <c:v>0.22600000000000001</c:v>
                </c:pt>
                <c:pt idx="1">
                  <c:v>0.14099999999999999</c:v>
                </c:pt>
                <c:pt idx="2">
                  <c:v>0.28000000000000003</c:v>
                </c:pt>
                <c:pt idx="3">
                  <c:v>0.20599999999999999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FB-A340-A705-D59DE439E67A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iGreedy</c:v>
                </c:pt>
              </c:strCache>
            </c:strRef>
          </c:tx>
          <c:spPr>
            <a:solidFill>
              <a:schemeClr val="accent5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E2</c:v>
                </c:pt>
                <c:pt idx="1">
                  <c:v>E4</c:v>
                </c:pt>
                <c:pt idx="2">
                  <c:v>E7</c:v>
                </c:pt>
                <c:pt idx="3">
                  <c:v>E9</c:v>
                </c:pt>
              </c:strCache>
            </c:strRef>
          </c:cat>
          <c:val>
            <c:numRef>
              <c:f>Sheet1!$B$3:$E$3</c:f>
              <c:numCache>
                <c:formatCode>0%</c:formatCode>
                <c:ptCount val="4"/>
                <c:pt idx="0">
                  <c:v>0.438</c:v>
                </c:pt>
                <c:pt idx="1">
                  <c:v>0.17499999999999999</c:v>
                </c:pt>
                <c:pt idx="2">
                  <c:v>0.29299999999999998</c:v>
                </c:pt>
                <c:pt idx="3">
                  <c:v>0.26100000000000001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FB-A340-A705-D59DE439E6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280063632"/>
        <c:axId val="1280065280"/>
      </c:barChart>
      <c:catAx>
        <c:axId val="1280063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280065280"/>
        <c:crosses val="autoZero"/>
        <c:auto val="1"/>
        <c:lblAlgn val="ctr"/>
        <c:lblOffset val="100"/>
        <c:noMultiLvlLbl val="0"/>
      </c:catAx>
      <c:valAx>
        <c:axId val="12800652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280063632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5">
  <a:schemeClr val="accent5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5">
  <a:schemeClr val="accent5"/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5">
  <a:schemeClr val="accent5"/>
</cs:colorStyle>
</file>

<file path=ppt/charts/colors4.xml><?xml version="1.0" encoding="utf-8"?>
<cs:colorStyle xmlns:cs="http://schemas.microsoft.com/office/drawing/2012/chartStyle" xmlns:a="http://schemas.openxmlformats.org/drawingml/2006/main" meth="withinLinearReversed" id="25">
  <a:schemeClr val="accent5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5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E41704-418E-4C73-8521-2264D640B663}" type="datetimeFigureOut">
              <a:rPr lang="zh-TW" altLang="en-US" smtClean="0"/>
              <a:t>2023/4/12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CCCEDF-E7E0-4557-A4B7-BF54369AA3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9093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CCCEDF-E7E0-4557-A4B7-BF54369AA34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9720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CCCEDF-E7E0-4557-A4B7-BF54369AA34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354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CCCEDF-E7E0-4557-A4B7-BF54369AA34C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8249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CCCEDF-E7E0-4557-A4B7-BF54369AA34C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1233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CCCEDF-E7E0-4557-A4B7-BF54369AA34C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6804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CCCEDF-E7E0-4557-A4B7-BF54369AA34C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83699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CCCEDF-E7E0-4557-A4B7-BF54369AA34C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5094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CCCEDF-E7E0-4557-A4B7-BF54369AA34C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27451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CCCEDF-E7E0-4557-A4B7-BF54369AA34C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88912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CCCEDF-E7E0-4557-A4B7-BF54369AA34C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81227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CCCEDF-E7E0-4557-A4B7-BF54369AA34C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54568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CCCEDF-E7E0-4557-A4B7-BF54369AA34C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18440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CCCEDF-E7E0-4557-A4B7-BF54369AA34C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91992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CCCEDF-E7E0-4557-A4B7-BF54369AA34C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31184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CCCEDF-E7E0-4557-A4B7-BF54369AA34C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47684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CCCEDF-E7E0-4557-A4B7-BF54369AA34C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77674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CCCEDF-E7E0-4557-A4B7-BF54369AA34C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71322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CCCEDF-E7E0-4557-A4B7-BF54369AA34C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985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2000" y="1080000"/>
            <a:ext cx="8640000" cy="1440000"/>
          </a:xfrm>
        </p:spPr>
        <p:txBody>
          <a:bodyPr anchor="ctr" anchorCtr="0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lang="en-US" sz="3200" b="1" kern="1200" dirty="0">
                <a:solidFill>
                  <a:srgbClr val="000066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(Title)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2000" y="2520000"/>
            <a:ext cx="8640000" cy="720000"/>
          </a:xfrm>
        </p:spPr>
        <p:txBody>
          <a:bodyPr anchor="ctr" anchorCtr="0"/>
          <a:lstStyle>
            <a:lvl1pPr marL="0" indent="0" algn="ctr">
              <a:buNone/>
              <a:defRPr lang="en-US" sz="2000" b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(Name)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252000" y="3240000"/>
            <a:ext cx="8640000" cy="360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lang="en-US" sz="1800" b="0" kern="1200" baseline="0" dirty="0">
                <a:solidFill>
                  <a:srgbClr val="6699FF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(Date)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5CB9610-6335-472A-AF66-E5E127650C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2000" y="4860000"/>
            <a:ext cx="432000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rgbClr val="679CD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6BB42ED-0428-F349-A1E9-DBFAF59858C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2165535B-78A9-48DB-840A-72880AF5EC13}"/>
              </a:ext>
            </a:extLst>
          </p:cNvPr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8000" y="3816000"/>
            <a:ext cx="3168000" cy="1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8398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8280000" cy="648000"/>
          </a:xfrm>
        </p:spPr>
        <p:txBody>
          <a:bodyPr>
            <a:normAutofit/>
          </a:bodyPr>
          <a:lstStyle>
            <a:lvl1pPr algn="ctr"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972000"/>
            <a:ext cx="8280000" cy="3888000"/>
          </a:xfrm>
        </p:spPr>
        <p:txBody>
          <a:bodyPr/>
          <a:lstStyle>
            <a:lvl1pPr marL="355600" indent="-355600"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23888" indent="-268288">
              <a:defRPr>
                <a:solidFill>
                  <a:srgbClr val="595959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804863" indent="-180975">
              <a:defRPr>
                <a:solidFill>
                  <a:srgbClr val="6699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984250" indent="-177800">
              <a:defRPr lang="en-US" sz="1600" kern="1200" noProof="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</a:lstStyle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12000" y="4860000"/>
            <a:ext cx="432000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rgbClr val="679CD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6BB42ED-0428-F349-A1E9-DBFAF598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045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8280000" cy="64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972000"/>
            <a:ext cx="8280000" cy="388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 level</a:t>
            </a:r>
          </a:p>
        </p:txBody>
      </p:sp>
    </p:spTree>
    <p:extLst>
      <p:ext uri="{BB962C8B-B14F-4D97-AF65-F5344CB8AC3E}">
        <p14:creationId xmlns:p14="http://schemas.microsoft.com/office/powerpoint/2010/main" val="367748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6" r:id="rId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355600" indent="-355600" algn="l" defTabSz="457200" rtl="0" eaLnBrk="1" latinLnBrk="0" hangingPunct="1">
        <a:spcBef>
          <a:spcPct val="20000"/>
        </a:spcBef>
        <a:buFont typeface="Wingdings" pitchFamily="2" charset="2"/>
        <a:buChar char="q"/>
        <a:defRPr sz="2400" b="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23888" indent="-268288" algn="l" defTabSz="457200" rtl="0" eaLnBrk="1" latinLnBrk="0" hangingPunct="1">
        <a:spcBef>
          <a:spcPct val="20000"/>
        </a:spcBef>
        <a:buFont typeface="Wingdings" pitchFamily="2" charset="2"/>
        <a:buChar char="Ø"/>
        <a:defRPr sz="20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804863" indent="-180975" algn="l" defTabSz="4572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rgbClr val="6699FF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984250" indent="-1778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accent4">
              <a:lumMod val="60000"/>
              <a:lumOff val="40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accent4">
              <a:lumMod val="60000"/>
              <a:lumOff val="40000"/>
            </a:schemeClr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live/B4RZw9kDXKc?feature=share" TargetMode="External"/><Relationship Id="rId5" Type="http://schemas.openxmlformats.org/officeDocument/2006/relationships/hyperlink" Target="https://www.ualberta.ca/science/news/2019/november/robots-help-study-reinforcement-learning.html" TargetMode="Externa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578388-D76B-C96F-6E70-BBCFBB9158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6BB42ED-0428-F349-A1E9-DBFAF59858C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D2A11C50-C29A-EF0A-2A89-08F82B05C943}"/>
              </a:ext>
            </a:extLst>
          </p:cNvPr>
          <p:cNvSpPr txBox="1">
            <a:spLocks/>
          </p:cNvSpPr>
          <p:nvPr/>
        </p:nvSpPr>
        <p:spPr>
          <a:xfrm>
            <a:off x="108000" y="720000"/>
            <a:ext cx="8928000" cy="144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sz="3200" b="1" dirty="0">
                <a:solidFill>
                  <a:srgbClr val="000066"/>
                </a:solidFill>
              </a:rPr>
              <a:t>Reinforcement-Learning-Based Job-Shop Scheduling</a:t>
            </a:r>
            <a:br>
              <a:rPr lang="en-US" sz="3200" b="1" dirty="0">
                <a:solidFill>
                  <a:srgbClr val="000066"/>
                </a:solidFill>
              </a:rPr>
            </a:br>
            <a:r>
              <a:rPr lang="en-US" sz="3200" b="1" dirty="0">
                <a:solidFill>
                  <a:srgbClr val="000066"/>
                </a:solidFill>
              </a:rPr>
              <a:t>for Intelligent Intersection Management</a:t>
            </a:r>
          </a:p>
        </p:txBody>
      </p:sp>
      <p:sp>
        <p:nvSpPr>
          <p:cNvPr id="23" name="Subtitle 5">
            <a:extLst>
              <a:ext uri="{FF2B5EF4-FFF2-40B4-BE49-F238E27FC236}">
                <a16:creationId xmlns:a16="http://schemas.microsoft.com/office/drawing/2014/main" id="{873E84B0-1A54-6536-00A1-FD1225581C57}"/>
              </a:ext>
            </a:extLst>
          </p:cNvPr>
          <p:cNvSpPr txBox="1">
            <a:spLocks/>
          </p:cNvSpPr>
          <p:nvPr/>
        </p:nvSpPr>
        <p:spPr>
          <a:xfrm>
            <a:off x="252000" y="2181102"/>
            <a:ext cx="8640000" cy="108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5600" indent="-355600" algn="l" defTabSz="457200" rtl="0" eaLnBrk="1" latinLnBrk="0" hangingPunct="1">
              <a:spcBef>
                <a:spcPct val="20000"/>
              </a:spcBef>
              <a:buFont typeface="Wingdings" pitchFamily="2" charset="2"/>
              <a:buChar char="q"/>
              <a:defRPr sz="2400" b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23888" indent="-268288" algn="l" defTabSz="4572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000" kern="1200">
                <a:solidFill>
                  <a:srgbClr val="595959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804863" indent="-180975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rgbClr val="6699FF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984250" indent="-177800" algn="l" defTabSz="457200" rtl="0" eaLnBrk="1" latinLnBrk="0" hangingPunct="1">
              <a:spcBef>
                <a:spcPct val="20000"/>
              </a:spcBef>
              <a:buFont typeface="Arial"/>
              <a:buChar char="–"/>
              <a:defRPr lang="en-US" sz="1600" kern="1200" noProof="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accent4">
                    <a:lumMod val="60000"/>
                    <a:lumOff val="40000"/>
                  </a:schemeClr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None/>
            </a:pPr>
            <a:r>
              <a:rPr lang="en-US" sz="2000" b="1" u="sng" dirty="0">
                <a:solidFill>
                  <a:schemeClr val="tx1"/>
                </a:solidFill>
              </a:rPr>
              <a:t>Shao-Ching Huang</a:t>
            </a:r>
            <a:r>
              <a:rPr lang="en-US" sz="2000" baseline="30000" dirty="0">
                <a:solidFill>
                  <a:schemeClr val="tx1"/>
                </a:solidFill>
              </a:rPr>
              <a:t>1</a:t>
            </a:r>
            <a:r>
              <a:rPr lang="en-US" sz="2000" dirty="0">
                <a:solidFill>
                  <a:schemeClr val="tx1"/>
                </a:solidFill>
              </a:rPr>
              <a:t>, Kai-</a:t>
            </a:r>
            <a:r>
              <a:rPr lang="en-US" sz="2000" dirty="0" err="1">
                <a:solidFill>
                  <a:schemeClr val="tx1"/>
                </a:solidFill>
              </a:rPr>
              <a:t>En</a:t>
            </a:r>
            <a:r>
              <a:rPr lang="en-US" sz="2000" dirty="0">
                <a:solidFill>
                  <a:schemeClr val="tx1"/>
                </a:solidFill>
              </a:rPr>
              <a:t> Lin</a:t>
            </a:r>
            <a:r>
              <a:rPr lang="en-US" sz="2000" baseline="30000" dirty="0">
                <a:solidFill>
                  <a:schemeClr val="tx1"/>
                </a:solidFill>
              </a:rPr>
              <a:t>1</a:t>
            </a:r>
            <a:r>
              <a:rPr lang="en-US" sz="2000" dirty="0">
                <a:solidFill>
                  <a:schemeClr val="tx1"/>
                </a:solidFill>
              </a:rPr>
              <a:t>, Cheng-Yen Kuo</a:t>
            </a:r>
            <a:r>
              <a:rPr lang="en-US" sz="2000" baseline="30000" dirty="0">
                <a:solidFill>
                  <a:schemeClr val="tx1"/>
                </a:solidFill>
              </a:rPr>
              <a:t>1</a:t>
            </a:r>
            <a:r>
              <a:rPr lang="en-US" sz="2000" dirty="0">
                <a:solidFill>
                  <a:schemeClr val="tx1"/>
                </a:solidFill>
              </a:rPr>
              <a:t>, Li-Heng Lin</a:t>
            </a:r>
            <a:r>
              <a:rPr lang="en-US" sz="2000" baseline="30000" dirty="0">
                <a:solidFill>
                  <a:schemeClr val="tx1"/>
                </a:solidFill>
              </a:rPr>
              <a:t>1</a:t>
            </a:r>
            <a:r>
              <a:rPr lang="en-US" sz="2000" dirty="0">
                <a:solidFill>
                  <a:schemeClr val="tx1"/>
                </a:solidFill>
              </a:rPr>
              <a:t>,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Muhammed O. Sayin</a:t>
            </a:r>
            <a:r>
              <a:rPr lang="en-US" sz="2000" baseline="30000" dirty="0">
                <a:solidFill>
                  <a:schemeClr val="tx1"/>
                </a:solidFill>
              </a:rPr>
              <a:t>2</a:t>
            </a:r>
            <a:r>
              <a:rPr lang="en-US" sz="2000" dirty="0">
                <a:solidFill>
                  <a:schemeClr val="tx1"/>
                </a:solidFill>
              </a:rPr>
              <a:t>, Chung-Wei Lin</a:t>
            </a:r>
            <a:r>
              <a:rPr lang="en-US" sz="2000" baseline="30000" dirty="0">
                <a:solidFill>
                  <a:schemeClr val="tx1"/>
                </a:solidFill>
              </a:rPr>
              <a:t>1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1</a:t>
            </a:r>
            <a:r>
              <a:rPr lang="en-US" sz="2000" dirty="0">
                <a:solidFill>
                  <a:schemeClr val="tx1"/>
                </a:solidFill>
              </a:rPr>
              <a:t>National Taiwan University, </a:t>
            </a:r>
            <a:r>
              <a:rPr lang="en-US" sz="2000" baseline="30000" dirty="0">
                <a:solidFill>
                  <a:schemeClr val="tx1"/>
                </a:solidFill>
              </a:rPr>
              <a:t>2</a:t>
            </a:r>
            <a:r>
              <a:rPr lang="en-US" sz="2000" dirty="0">
                <a:solidFill>
                  <a:schemeClr val="tx1"/>
                </a:solidFill>
              </a:rPr>
              <a:t>Bilkent University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90250B6B-07E1-3DC9-3A37-9004CDE960A1}"/>
              </a:ext>
            </a:extLst>
          </p:cNvPr>
          <p:cNvSpPr txBox="1">
            <a:spLocks/>
          </p:cNvSpPr>
          <p:nvPr/>
        </p:nvSpPr>
        <p:spPr>
          <a:xfrm>
            <a:off x="252000" y="3240000"/>
            <a:ext cx="8640000" cy="360000"/>
          </a:xfrm>
          <a:prstGeom prst="rect">
            <a:avLst/>
          </a:prstGeom>
        </p:spPr>
        <p:txBody>
          <a:bodyPr/>
          <a:lstStyle>
            <a:lvl1pPr marL="355600" indent="-355600" algn="l" defTabSz="457200" rtl="0" eaLnBrk="1" latinLnBrk="0" hangingPunct="1">
              <a:spcBef>
                <a:spcPct val="20000"/>
              </a:spcBef>
              <a:buFont typeface="Wingdings" pitchFamily="2" charset="2"/>
              <a:buChar char="q"/>
              <a:defRPr sz="2400" b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23888" indent="-268288" algn="l" defTabSz="4572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804863" indent="-180975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rgbClr val="6699FF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984250" indent="-1778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accent4">
                    <a:lumMod val="60000"/>
                    <a:lumOff val="40000"/>
                  </a:schemeClr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rgbClr val="6699FF"/>
                </a:solidFill>
              </a:rPr>
              <a:t>April 2023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E4BA3DF-3B02-4B7E-9401-8F12EB8877C7}"/>
              </a:ext>
            </a:extLst>
          </p:cNvPr>
          <p:cNvGrpSpPr/>
          <p:nvPr/>
        </p:nvGrpSpPr>
        <p:grpSpPr>
          <a:xfrm>
            <a:off x="2231666" y="3528000"/>
            <a:ext cx="4680668" cy="1582559"/>
            <a:chOff x="2303675" y="3528000"/>
            <a:chExt cx="4680668" cy="1582559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B93ADED-F091-DF13-A7C6-98B3768C5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88343" y="3671279"/>
              <a:ext cx="1296000" cy="1296000"/>
            </a:xfrm>
            <a:prstGeom prst="rect">
              <a:avLst/>
            </a:prstGeom>
          </p:spPr>
        </p:pic>
        <p:pic>
          <p:nvPicPr>
            <p:cNvPr id="26" name="Picture 4" descr="National Taiwan University - Short Term Programs">
              <a:extLst>
                <a:ext uri="{FF2B5EF4-FFF2-40B4-BE49-F238E27FC236}">
                  <a16:creationId xmlns:a16="http://schemas.microsoft.com/office/drawing/2014/main" id="{8BEDABC3-0F9B-05DE-65AF-10614971BC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3675" y="3528000"/>
              <a:ext cx="3024000" cy="15825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82177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2047B-6FEE-4554-8DB9-C60BD5244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8BB9E-7A0C-44D3-BF1B-53DA24A91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Introduction</a:t>
            </a:r>
          </a:p>
          <a:p>
            <a:r>
              <a:rPr lang="en-US" dirty="0"/>
              <a:t>Background</a:t>
            </a:r>
          </a:p>
          <a:p>
            <a:r>
              <a:rPr lang="en-US" dirty="0"/>
              <a:t>Problem Definition</a:t>
            </a:r>
          </a:p>
          <a:p>
            <a:r>
              <a:rPr lang="en-US" dirty="0"/>
              <a:t>Our Approach</a:t>
            </a:r>
          </a:p>
          <a:p>
            <a:r>
              <a:rPr lang="en-US" altLang="zh-TW" dirty="0"/>
              <a:t>Experimental Results</a:t>
            </a:r>
          </a:p>
          <a:p>
            <a:r>
              <a:rPr lang="en-US" altLang="zh-TW" dirty="0"/>
              <a:t>Conclusion</a:t>
            </a:r>
            <a:endParaRPr lang="zh-TW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C448C-27CD-4CBF-809E-0099856043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6BB42ED-0428-F349-A1E9-DBFAF59858C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682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64F1B-491E-46D8-AD43-208730A4F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Intelligent Intersection Management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A2158-96B0-4ECD-BEF5-DCC814922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6BB42ED-0428-F349-A1E9-DBFAF59858C6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3" name="20170822-2 (CL) Shortened">
            <a:hlinkClick r:id="" action="ppaction://media"/>
            <a:extLst>
              <a:ext uri="{FF2B5EF4-FFF2-40B4-BE49-F238E27FC236}">
                <a16:creationId xmlns:a16="http://schemas.microsoft.com/office/drawing/2014/main" id="{2A150EB1-BA79-4A8D-EC6A-827DCF965DD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240653" y="1224000"/>
            <a:ext cx="2662693" cy="280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3484DD-0935-44A6-AB97-01BED9FB2DA3}"/>
              </a:ext>
            </a:extLst>
          </p:cNvPr>
          <p:cNvSpPr txBox="1"/>
          <p:nvPr/>
        </p:nvSpPr>
        <p:spPr>
          <a:xfrm>
            <a:off x="144000" y="4919361"/>
            <a:ext cx="8136000" cy="1692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1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C. Liu et al., "Distributed conflict resolution for connected autonomous vehicles," 2018.</a:t>
            </a:r>
            <a:endParaRPr lang="en-TW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175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E160D-81EA-DA90-16E3-E503FD358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TW" dirty="0"/>
              <a:t>Reinforcement Learning</a:t>
            </a:r>
            <a:r>
              <a:rPr lang="en-US" dirty="0"/>
              <a:t> (RL)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71823-6333-7780-C385-FB0B6ABD1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W" dirty="0"/>
              <a:t>An </a:t>
            </a:r>
            <a:r>
              <a:rPr lang="en-TW" b="1" u="sng" dirty="0"/>
              <a:t>agent</a:t>
            </a:r>
            <a:r>
              <a:rPr lang="en-TW" b="1" dirty="0"/>
              <a:t> </a:t>
            </a:r>
            <a:r>
              <a:rPr lang="en-TW" dirty="0"/>
              <a:t>interacts with an </a:t>
            </a:r>
            <a:r>
              <a:rPr lang="en-TW" b="1" u="sng" dirty="0"/>
              <a:t>environment</a:t>
            </a:r>
            <a:r>
              <a:rPr lang="en-TW" dirty="0"/>
              <a:t> and learns a </a:t>
            </a:r>
            <a:r>
              <a:rPr lang="en-TW" b="1" u="sng" dirty="0"/>
              <a:t>policy</a:t>
            </a:r>
            <a:r>
              <a:rPr lang="en-TW" dirty="0"/>
              <a:t> from its interaction experiences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A0AC1-9BC5-E754-CCD8-7266F993A5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6BB42ED-0428-F349-A1E9-DBFAF59858C6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6EA20F-F1D9-FA0A-C70C-A2D9ECA01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8001" y="1728000"/>
            <a:ext cx="3132000" cy="2482881"/>
          </a:xfrm>
          <a:prstGeom prst="rect">
            <a:avLst/>
          </a:prstGeom>
        </p:spPr>
      </p:pic>
      <p:pic>
        <p:nvPicPr>
          <p:cNvPr id="2050" name="Picture 2" descr="Kindred AI's donated robotic arm that students at U of A are using to study reinforcement learning">
            <a:extLst>
              <a:ext uri="{FF2B5EF4-FFF2-40B4-BE49-F238E27FC236}">
                <a16:creationId xmlns:a16="http://schemas.microsoft.com/office/drawing/2014/main" id="{06CE25B6-67CA-3FEE-9728-E4172DAA1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000" y="1872000"/>
            <a:ext cx="3348000" cy="22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E6C5D0-691D-4CF7-8199-AA2FAD607343}"/>
              </a:ext>
            </a:extLst>
          </p:cNvPr>
          <p:cNvSpPr txBox="1"/>
          <p:nvPr/>
        </p:nvSpPr>
        <p:spPr>
          <a:xfrm>
            <a:off x="144000" y="4680000"/>
            <a:ext cx="8136000" cy="432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11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Left Figure Source: </a:t>
            </a:r>
            <a:r>
              <a:rPr lang="en-US" sz="1100" b="0" i="0" dirty="0">
                <a:effectLst/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https://www.ualberta.ca/science/news/2019/november/robots-help-study-reinforcement-learning.html</a:t>
            </a:r>
            <a:r>
              <a:rPr lang="en-US" sz="11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  </a:t>
            </a:r>
            <a:b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Right Figure Source: </a:t>
            </a: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  <a:hlinkClick r:id="rId6"/>
              </a:rPr>
              <a:t>https://www.youtube.com/live/B4RZw9kDXKc?feature=share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842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F1FDE-F318-4D4A-BA3B-53FEAF83D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Motivations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00863-F693-4796-AAAC-99C5C91F9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Issue of state space explosion</a:t>
            </a:r>
          </a:p>
          <a:p>
            <a:pPr lvl="1"/>
            <a:r>
              <a:rPr lang="en-US" altLang="zh-TW" dirty="0"/>
              <a:t>We need to simplify how we represent an intersection</a:t>
            </a:r>
          </a:p>
          <a:p>
            <a:r>
              <a:rPr lang="en-US" altLang="zh-TW" dirty="0"/>
              <a:t>Applicability to general intersections</a:t>
            </a:r>
          </a:p>
          <a:p>
            <a:pPr lvl="1"/>
            <a:r>
              <a:rPr lang="en-US" altLang="zh-TW" dirty="0"/>
              <a:t>We need a general intersection model while keeping simplicity</a:t>
            </a:r>
          </a:p>
          <a:p>
            <a:r>
              <a:rPr lang="en-US" altLang="zh-TW" dirty="0"/>
              <a:t>Graph Neural Network (GNN)</a:t>
            </a:r>
          </a:p>
          <a:p>
            <a:pPr lvl="1"/>
            <a:r>
              <a:rPr lang="en-US" altLang="zh-TW" dirty="0"/>
              <a:t>Can we utilize any kind of graphs in intersection management?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22050-1D46-4AD4-943E-2C06E87C20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6BB42ED-0428-F349-A1E9-DBFAF59858C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369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382BB-6D36-02A2-9F94-D10701514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972000"/>
            <a:ext cx="8280000" cy="3888000"/>
          </a:xfrm>
        </p:spPr>
        <p:txBody>
          <a:bodyPr/>
          <a:lstStyle/>
          <a:p>
            <a:r>
              <a:rPr lang="en-US" altLang="zh-TW" dirty="0"/>
              <a:t>Apply RL to a graph-based intersection model</a:t>
            </a:r>
          </a:p>
          <a:p>
            <a:pPr lvl="1"/>
            <a:r>
              <a:rPr lang="en-US" altLang="zh-TW" dirty="0"/>
              <a:t>Bridge intersection management and RL with the </a:t>
            </a:r>
            <a:r>
              <a:rPr lang="en-US" altLang="zh-TW" b="1" u="sng" dirty="0"/>
              <a:t>Job-Shop Scheduling Problem</a:t>
            </a:r>
            <a:r>
              <a:rPr lang="en-US" altLang="zh-TW" dirty="0"/>
              <a:t> (JSSP)</a:t>
            </a:r>
          </a:p>
          <a:p>
            <a:pPr lvl="1"/>
            <a:r>
              <a:rPr lang="en-US" altLang="zh-TW" dirty="0"/>
              <a:t>Utilize GNN and Proximal Policy Optimization (PPO) to improve performance</a:t>
            </a:r>
          </a:p>
          <a:p>
            <a:r>
              <a:rPr lang="en-US" altLang="zh-TW" dirty="0"/>
              <a:t>Identify weakness of the learning-based approach and propose potential solutions</a:t>
            </a:r>
          </a:p>
          <a:p>
            <a:pPr lvl="1"/>
            <a:r>
              <a:rPr lang="en-US" altLang="zh-TW" dirty="0"/>
              <a:t>Grouping strategy</a:t>
            </a:r>
          </a:p>
          <a:p>
            <a:pPr lvl="1"/>
            <a:r>
              <a:rPr lang="en-US" altLang="zh-TW" dirty="0"/>
              <a:t>Alternative heuristic policy when traffic density is low</a:t>
            </a:r>
          </a:p>
          <a:p>
            <a:endParaRPr lang="en-US" altLang="zh-TW" dirty="0"/>
          </a:p>
          <a:p>
            <a:endParaRPr lang="en-US" altLang="zh-TW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0671D1-5B59-456C-8C5F-2DDE267E2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Contributions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F0E74-2E0D-49EB-8F3B-164561FA3E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6BB42ED-0428-F349-A1E9-DBFAF59858C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146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2047B-6FEE-4554-8DB9-C60BD5244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8BB9E-7A0C-44D3-BF1B-53DA24A91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US" b="1" u="sng" dirty="0"/>
          </a:p>
          <a:p>
            <a:r>
              <a:rPr lang="en-US" b="1" u="sng" dirty="0"/>
              <a:t>Background</a:t>
            </a:r>
            <a:endParaRPr lang="en-US" dirty="0"/>
          </a:p>
          <a:p>
            <a:r>
              <a:rPr lang="en-US" dirty="0"/>
              <a:t>Problem Definition</a:t>
            </a:r>
            <a:endParaRPr lang="en-US" b="1" u="sng" dirty="0"/>
          </a:p>
          <a:p>
            <a:r>
              <a:rPr lang="en-US" dirty="0"/>
              <a:t>Our Approach</a:t>
            </a:r>
          </a:p>
          <a:p>
            <a:r>
              <a:rPr lang="en-US" altLang="zh-TW" dirty="0"/>
              <a:t>Experimental Results</a:t>
            </a:r>
          </a:p>
          <a:p>
            <a:r>
              <a:rPr lang="en-US" altLang="zh-TW" dirty="0"/>
              <a:t>Conclusion</a:t>
            </a:r>
            <a:endParaRPr lang="zh-TW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C448C-27CD-4CBF-809E-0099856043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6BB42ED-0428-F349-A1E9-DBFAF59858C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243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12CA5-0AF7-75E8-6589-3D2D5D464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TW" dirty="0"/>
              <a:t>Graph-Based Intersection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3B368-4BA6-07D9-6BA1-937E67EA0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Conflict zone</a:t>
            </a:r>
          </a:p>
          <a:p>
            <a:pPr lvl="1"/>
            <a:r>
              <a:rPr lang="en-US" dirty="0"/>
              <a:t>Crossing location of two trajectories </a:t>
            </a:r>
          </a:p>
          <a:p>
            <a:pPr lvl="1"/>
            <a:r>
              <a:rPr lang="en-US" dirty="0"/>
              <a:t>One vehicle at a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CC0BE-3E6C-DEF7-0F88-39E85B671F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6BB42ED-0428-F349-A1E9-DBFAF59858C6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F9C25CD-74E8-F67A-1C59-49FD741F4759}"/>
              </a:ext>
            </a:extLst>
          </p:cNvPr>
          <p:cNvGrpSpPr/>
          <p:nvPr/>
        </p:nvGrpSpPr>
        <p:grpSpPr>
          <a:xfrm>
            <a:off x="1368000" y="2448000"/>
            <a:ext cx="6408000" cy="2016000"/>
            <a:chOff x="1116000" y="2748198"/>
            <a:chExt cx="6408000" cy="201600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BD992F9-FD42-B431-AD93-2CE1C57C6F9B}"/>
                </a:ext>
              </a:extLst>
            </p:cNvPr>
            <p:cNvGrpSpPr/>
            <p:nvPr/>
          </p:nvGrpSpPr>
          <p:grpSpPr>
            <a:xfrm>
              <a:off x="1116000" y="2748198"/>
              <a:ext cx="6408000" cy="1440000"/>
              <a:chOff x="216000" y="360000"/>
              <a:chExt cx="6408000" cy="1440000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346F3DD3-CA1E-C369-07E6-F19C059CC8A9}"/>
                  </a:ext>
                </a:extLst>
              </p:cNvPr>
              <p:cNvGrpSpPr/>
              <p:nvPr/>
            </p:nvGrpSpPr>
            <p:grpSpPr>
              <a:xfrm>
                <a:off x="216000" y="360000"/>
                <a:ext cx="1440000" cy="1440000"/>
                <a:chOff x="216000" y="360000"/>
                <a:chExt cx="1440000" cy="1440000"/>
              </a:xfrm>
            </p:grpSpPr>
            <p:cxnSp>
              <p:nvCxnSpPr>
                <p:cNvPr id="130" name="Straight Connector 129">
                  <a:extLst>
                    <a:ext uri="{FF2B5EF4-FFF2-40B4-BE49-F238E27FC236}">
                      <a16:creationId xmlns:a16="http://schemas.microsoft.com/office/drawing/2014/main" id="{31BF12A6-6023-4729-3107-C7B3F914C03C}"/>
                    </a:ext>
                  </a:extLst>
                </p:cNvPr>
                <p:cNvCxnSpPr/>
                <p:nvPr/>
              </p:nvCxnSpPr>
              <p:spPr>
                <a:xfrm>
                  <a:off x="216000" y="648000"/>
                  <a:ext cx="288000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85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Connector 130">
                  <a:extLst>
                    <a:ext uri="{FF2B5EF4-FFF2-40B4-BE49-F238E27FC236}">
                      <a16:creationId xmlns:a16="http://schemas.microsoft.com/office/drawing/2014/main" id="{B380FEA0-5DF9-5FBB-C41E-B8B79CFBD918}"/>
                    </a:ext>
                  </a:extLst>
                </p:cNvPr>
                <p:cNvCxnSpPr/>
                <p:nvPr/>
              </p:nvCxnSpPr>
              <p:spPr>
                <a:xfrm>
                  <a:off x="504000" y="360000"/>
                  <a:ext cx="0" cy="288000"/>
                </a:xfrm>
                <a:prstGeom prst="line">
                  <a:avLst/>
                </a:prstGeom>
                <a:ln w="19050">
                  <a:solidFill>
                    <a:schemeClr val="bg1">
                      <a:lumMod val="85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Connector 131">
                  <a:extLst>
                    <a:ext uri="{FF2B5EF4-FFF2-40B4-BE49-F238E27FC236}">
                      <a16:creationId xmlns:a16="http://schemas.microsoft.com/office/drawing/2014/main" id="{11375EAB-4F4C-63C0-5D30-1CAD7ABF3D91}"/>
                    </a:ext>
                  </a:extLst>
                </p:cNvPr>
                <p:cNvCxnSpPr/>
                <p:nvPr/>
              </p:nvCxnSpPr>
              <p:spPr>
                <a:xfrm>
                  <a:off x="936000" y="360000"/>
                  <a:ext cx="0" cy="288000"/>
                </a:xfrm>
                <a:prstGeom prst="line">
                  <a:avLst/>
                </a:prstGeom>
                <a:ln w="19050">
                  <a:solidFill>
                    <a:schemeClr val="bg1">
                      <a:lumMod val="85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Connector 132">
                  <a:extLst>
                    <a:ext uri="{FF2B5EF4-FFF2-40B4-BE49-F238E27FC236}">
                      <a16:creationId xmlns:a16="http://schemas.microsoft.com/office/drawing/2014/main" id="{0521BDD3-A06B-066F-DDE0-071972F08188}"/>
                    </a:ext>
                  </a:extLst>
                </p:cNvPr>
                <p:cNvCxnSpPr/>
                <p:nvPr/>
              </p:nvCxnSpPr>
              <p:spPr>
                <a:xfrm>
                  <a:off x="1368000" y="360000"/>
                  <a:ext cx="0" cy="288000"/>
                </a:xfrm>
                <a:prstGeom prst="line">
                  <a:avLst/>
                </a:prstGeom>
                <a:ln w="19050">
                  <a:solidFill>
                    <a:schemeClr val="bg1">
                      <a:lumMod val="85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Connector 133">
                  <a:extLst>
                    <a:ext uri="{FF2B5EF4-FFF2-40B4-BE49-F238E27FC236}">
                      <a16:creationId xmlns:a16="http://schemas.microsoft.com/office/drawing/2014/main" id="{1FBB1A64-E8E4-D40E-9764-141FAC691AFA}"/>
                    </a:ext>
                  </a:extLst>
                </p:cNvPr>
                <p:cNvCxnSpPr/>
                <p:nvPr/>
              </p:nvCxnSpPr>
              <p:spPr>
                <a:xfrm>
                  <a:off x="1368000" y="648000"/>
                  <a:ext cx="288000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85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Connector 134">
                  <a:extLst>
                    <a:ext uri="{FF2B5EF4-FFF2-40B4-BE49-F238E27FC236}">
                      <a16:creationId xmlns:a16="http://schemas.microsoft.com/office/drawing/2014/main" id="{2CA7F106-49A1-3694-4D76-7DD76E3E1CF4}"/>
                    </a:ext>
                  </a:extLst>
                </p:cNvPr>
                <p:cNvCxnSpPr/>
                <p:nvPr/>
              </p:nvCxnSpPr>
              <p:spPr>
                <a:xfrm>
                  <a:off x="216000" y="1080000"/>
                  <a:ext cx="288000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85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Connector 135">
                  <a:extLst>
                    <a:ext uri="{FF2B5EF4-FFF2-40B4-BE49-F238E27FC236}">
                      <a16:creationId xmlns:a16="http://schemas.microsoft.com/office/drawing/2014/main" id="{0D3A2563-1A37-9A70-3677-B912F4A36E03}"/>
                    </a:ext>
                  </a:extLst>
                </p:cNvPr>
                <p:cNvCxnSpPr/>
                <p:nvPr/>
              </p:nvCxnSpPr>
              <p:spPr>
                <a:xfrm>
                  <a:off x="216000" y="1512000"/>
                  <a:ext cx="288000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85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Connector 136">
                  <a:extLst>
                    <a:ext uri="{FF2B5EF4-FFF2-40B4-BE49-F238E27FC236}">
                      <a16:creationId xmlns:a16="http://schemas.microsoft.com/office/drawing/2014/main" id="{3C1AE2F6-85A0-20A7-1BC7-6D46F8C6BE6F}"/>
                    </a:ext>
                  </a:extLst>
                </p:cNvPr>
                <p:cNvCxnSpPr/>
                <p:nvPr/>
              </p:nvCxnSpPr>
              <p:spPr>
                <a:xfrm>
                  <a:off x="504000" y="1512000"/>
                  <a:ext cx="0" cy="288000"/>
                </a:xfrm>
                <a:prstGeom prst="line">
                  <a:avLst/>
                </a:prstGeom>
                <a:ln w="19050">
                  <a:solidFill>
                    <a:schemeClr val="bg1">
                      <a:lumMod val="85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Connector 137">
                  <a:extLst>
                    <a:ext uri="{FF2B5EF4-FFF2-40B4-BE49-F238E27FC236}">
                      <a16:creationId xmlns:a16="http://schemas.microsoft.com/office/drawing/2014/main" id="{D3E08B12-8232-CBC3-89A8-874D36225288}"/>
                    </a:ext>
                  </a:extLst>
                </p:cNvPr>
                <p:cNvCxnSpPr/>
                <p:nvPr/>
              </p:nvCxnSpPr>
              <p:spPr>
                <a:xfrm>
                  <a:off x="936000" y="1512000"/>
                  <a:ext cx="0" cy="288000"/>
                </a:xfrm>
                <a:prstGeom prst="line">
                  <a:avLst/>
                </a:prstGeom>
                <a:ln w="19050">
                  <a:solidFill>
                    <a:schemeClr val="bg1">
                      <a:lumMod val="85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Connector 138">
                  <a:extLst>
                    <a:ext uri="{FF2B5EF4-FFF2-40B4-BE49-F238E27FC236}">
                      <a16:creationId xmlns:a16="http://schemas.microsoft.com/office/drawing/2014/main" id="{A2E2E384-7EB3-2242-D8A5-D56738E86249}"/>
                    </a:ext>
                  </a:extLst>
                </p:cNvPr>
                <p:cNvCxnSpPr/>
                <p:nvPr/>
              </p:nvCxnSpPr>
              <p:spPr>
                <a:xfrm>
                  <a:off x="1368000" y="1512000"/>
                  <a:ext cx="0" cy="288000"/>
                </a:xfrm>
                <a:prstGeom prst="line">
                  <a:avLst/>
                </a:prstGeom>
                <a:ln w="19050">
                  <a:solidFill>
                    <a:schemeClr val="bg1">
                      <a:lumMod val="85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Connector 139">
                  <a:extLst>
                    <a:ext uri="{FF2B5EF4-FFF2-40B4-BE49-F238E27FC236}">
                      <a16:creationId xmlns:a16="http://schemas.microsoft.com/office/drawing/2014/main" id="{1A9E2261-ADF8-902C-2088-18AD5851557D}"/>
                    </a:ext>
                  </a:extLst>
                </p:cNvPr>
                <p:cNvCxnSpPr/>
                <p:nvPr/>
              </p:nvCxnSpPr>
              <p:spPr>
                <a:xfrm>
                  <a:off x="1368000" y="1080000"/>
                  <a:ext cx="288000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85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Connector 140">
                  <a:extLst>
                    <a:ext uri="{FF2B5EF4-FFF2-40B4-BE49-F238E27FC236}">
                      <a16:creationId xmlns:a16="http://schemas.microsoft.com/office/drawing/2014/main" id="{AB7AADD9-BD54-A6AB-1E37-9968417F25E1}"/>
                    </a:ext>
                  </a:extLst>
                </p:cNvPr>
                <p:cNvCxnSpPr/>
                <p:nvPr/>
              </p:nvCxnSpPr>
              <p:spPr>
                <a:xfrm>
                  <a:off x="1368000" y="1512000"/>
                  <a:ext cx="288000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85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Connector 141">
                  <a:extLst>
                    <a:ext uri="{FF2B5EF4-FFF2-40B4-BE49-F238E27FC236}">
                      <a16:creationId xmlns:a16="http://schemas.microsoft.com/office/drawing/2014/main" id="{FB6E00D4-26E2-0A89-A190-3E54C89D4F8E}"/>
                    </a:ext>
                  </a:extLst>
                </p:cNvPr>
                <p:cNvCxnSpPr/>
                <p:nvPr/>
              </p:nvCxnSpPr>
              <p:spPr>
                <a:xfrm flipV="1">
                  <a:off x="1152000" y="360000"/>
                  <a:ext cx="0" cy="144000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>
                  <a:extLst>
                    <a:ext uri="{FF2B5EF4-FFF2-40B4-BE49-F238E27FC236}">
                      <a16:creationId xmlns:a16="http://schemas.microsoft.com/office/drawing/2014/main" id="{5792963F-CB07-B7FB-BE35-A0BE904AA742}"/>
                    </a:ext>
                  </a:extLst>
                </p:cNvPr>
                <p:cNvCxnSpPr/>
                <p:nvPr/>
              </p:nvCxnSpPr>
              <p:spPr>
                <a:xfrm flipV="1">
                  <a:off x="720000" y="360000"/>
                  <a:ext cx="0" cy="144000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arrow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>
                  <a:extLst>
                    <a:ext uri="{FF2B5EF4-FFF2-40B4-BE49-F238E27FC236}">
                      <a16:creationId xmlns:a16="http://schemas.microsoft.com/office/drawing/2014/main" id="{A4EE2D31-59F7-A93E-6FCA-74F5FE0FEFEB}"/>
                    </a:ext>
                  </a:extLst>
                </p:cNvPr>
                <p:cNvCxnSpPr/>
                <p:nvPr/>
              </p:nvCxnSpPr>
              <p:spPr>
                <a:xfrm>
                  <a:off x="216000" y="864000"/>
                  <a:ext cx="144000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headEnd type="arrow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>
                  <a:extLst>
                    <a:ext uri="{FF2B5EF4-FFF2-40B4-BE49-F238E27FC236}">
                      <a16:creationId xmlns:a16="http://schemas.microsoft.com/office/drawing/2014/main" id="{15A498AC-7A63-B584-A642-BC99FFB1C0F6}"/>
                    </a:ext>
                  </a:extLst>
                </p:cNvPr>
                <p:cNvCxnSpPr/>
                <p:nvPr/>
              </p:nvCxnSpPr>
              <p:spPr>
                <a:xfrm>
                  <a:off x="216000" y="1296000"/>
                  <a:ext cx="144000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6" name="Rectangle 145">
                  <a:extLst>
                    <a:ext uri="{FF2B5EF4-FFF2-40B4-BE49-F238E27FC236}">
                      <a16:creationId xmlns:a16="http://schemas.microsoft.com/office/drawing/2014/main" id="{8610B0FF-4B1E-DFF7-8AEB-45EF17538B70}"/>
                    </a:ext>
                  </a:extLst>
                </p:cNvPr>
                <p:cNvSpPr/>
                <p:nvPr/>
              </p:nvSpPr>
              <p:spPr>
                <a:xfrm>
                  <a:off x="504000" y="648000"/>
                  <a:ext cx="864000" cy="864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213E9A09-7EB1-2452-033D-6C766AC20DDD}"/>
                  </a:ext>
                </a:extLst>
              </p:cNvPr>
              <p:cNvGrpSpPr/>
              <p:nvPr/>
            </p:nvGrpSpPr>
            <p:grpSpPr>
              <a:xfrm>
                <a:off x="1872000" y="360000"/>
                <a:ext cx="1440000" cy="1440000"/>
                <a:chOff x="1872000" y="360000"/>
                <a:chExt cx="1440000" cy="1440000"/>
              </a:xfrm>
            </p:grpSpPr>
            <p:grpSp>
              <p:nvGrpSpPr>
                <p:cNvPr id="109" name="Group 108">
                  <a:extLst>
                    <a:ext uri="{FF2B5EF4-FFF2-40B4-BE49-F238E27FC236}">
                      <a16:creationId xmlns:a16="http://schemas.microsoft.com/office/drawing/2014/main" id="{2C0398A4-708B-8652-553B-D8A89DE84972}"/>
                    </a:ext>
                  </a:extLst>
                </p:cNvPr>
                <p:cNvGrpSpPr/>
                <p:nvPr/>
              </p:nvGrpSpPr>
              <p:grpSpPr>
                <a:xfrm>
                  <a:off x="1872000" y="360000"/>
                  <a:ext cx="1440000" cy="1440000"/>
                  <a:chOff x="360000" y="360000"/>
                  <a:chExt cx="1440000" cy="1440000"/>
                </a:xfrm>
              </p:grpSpPr>
              <p:cxnSp>
                <p:nvCxnSpPr>
                  <p:cNvPr id="114" name="Straight Connector 113">
                    <a:extLst>
                      <a:ext uri="{FF2B5EF4-FFF2-40B4-BE49-F238E27FC236}">
                        <a16:creationId xmlns:a16="http://schemas.microsoft.com/office/drawing/2014/main" id="{DDDB72AB-F975-4D3F-0196-6A5CB94B1FAF}"/>
                      </a:ext>
                    </a:extLst>
                  </p:cNvPr>
                  <p:cNvCxnSpPr/>
                  <p:nvPr/>
                </p:nvCxnSpPr>
                <p:spPr>
                  <a:xfrm>
                    <a:off x="360000" y="648000"/>
                    <a:ext cx="288000" cy="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5" name="Straight Connector 114">
                    <a:extLst>
                      <a:ext uri="{FF2B5EF4-FFF2-40B4-BE49-F238E27FC236}">
                        <a16:creationId xmlns:a16="http://schemas.microsoft.com/office/drawing/2014/main" id="{4B119B19-7EBF-D76C-2945-00E91FE99289}"/>
                      </a:ext>
                    </a:extLst>
                  </p:cNvPr>
                  <p:cNvCxnSpPr/>
                  <p:nvPr/>
                </p:nvCxnSpPr>
                <p:spPr>
                  <a:xfrm>
                    <a:off x="648000" y="360000"/>
                    <a:ext cx="0" cy="28800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6" name="Straight Connector 115">
                    <a:extLst>
                      <a:ext uri="{FF2B5EF4-FFF2-40B4-BE49-F238E27FC236}">
                        <a16:creationId xmlns:a16="http://schemas.microsoft.com/office/drawing/2014/main" id="{7A14A29F-7DA8-877C-9387-0694C65F6A17}"/>
                      </a:ext>
                    </a:extLst>
                  </p:cNvPr>
                  <p:cNvCxnSpPr/>
                  <p:nvPr/>
                </p:nvCxnSpPr>
                <p:spPr>
                  <a:xfrm>
                    <a:off x="1080000" y="360000"/>
                    <a:ext cx="0" cy="28800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" name="Straight Connector 116">
                    <a:extLst>
                      <a:ext uri="{FF2B5EF4-FFF2-40B4-BE49-F238E27FC236}">
                        <a16:creationId xmlns:a16="http://schemas.microsoft.com/office/drawing/2014/main" id="{CE18935B-13A6-DD24-A3D7-FDAF74017A8D}"/>
                      </a:ext>
                    </a:extLst>
                  </p:cNvPr>
                  <p:cNvCxnSpPr/>
                  <p:nvPr/>
                </p:nvCxnSpPr>
                <p:spPr>
                  <a:xfrm>
                    <a:off x="1512000" y="360000"/>
                    <a:ext cx="0" cy="28800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8" name="Straight Connector 117">
                    <a:extLst>
                      <a:ext uri="{FF2B5EF4-FFF2-40B4-BE49-F238E27FC236}">
                        <a16:creationId xmlns:a16="http://schemas.microsoft.com/office/drawing/2014/main" id="{A18330A0-4972-9537-DFED-46E179BE0DE9}"/>
                      </a:ext>
                    </a:extLst>
                  </p:cNvPr>
                  <p:cNvCxnSpPr/>
                  <p:nvPr/>
                </p:nvCxnSpPr>
                <p:spPr>
                  <a:xfrm>
                    <a:off x="1512000" y="648000"/>
                    <a:ext cx="288000" cy="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" name="Straight Connector 118">
                    <a:extLst>
                      <a:ext uri="{FF2B5EF4-FFF2-40B4-BE49-F238E27FC236}">
                        <a16:creationId xmlns:a16="http://schemas.microsoft.com/office/drawing/2014/main" id="{B916F482-2B99-904C-F867-A3699B63110A}"/>
                      </a:ext>
                    </a:extLst>
                  </p:cNvPr>
                  <p:cNvCxnSpPr/>
                  <p:nvPr/>
                </p:nvCxnSpPr>
                <p:spPr>
                  <a:xfrm>
                    <a:off x="360000" y="1080000"/>
                    <a:ext cx="288000" cy="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" name="Straight Connector 119">
                    <a:extLst>
                      <a:ext uri="{FF2B5EF4-FFF2-40B4-BE49-F238E27FC236}">
                        <a16:creationId xmlns:a16="http://schemas.microsoft.com/office/drawing/2014/main" id="{6B208423-B474-79DC-F4AD-48ACDE7D339E}"/>
                      </a:ext>
                    </a:extLst>
                  </p:cNvPr>
                  <p:cNvCxnSpPr/>
                  <p:nvPr/>
                </p:nvCxnSpPr>
                <p:spPr>
                  <a:xfrm>
                    <a:off x="360000" y="1512000"/>
                    <a:ext cx="288000" cy="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Connector 120">
                    <a:extLst>
                      <a:ext uri="{FF2B5EF4-FFF2-40B4-BE49-F238E27FC236}">
                        <a16:creationId xmlns:a16="http://schemas.microsoft.com/office/drawing/2014/main" id="{E748B344-B927-2C37-D764-9B08736164A1}"/>
                      </a:ext>
                    </a:extLst>
                  </p:cNvPr>
                  <p:cNvCxnSpPr/>
                  <p:nvPr/>
                </p:nvCxnSpPr>
                <p:spPr>
                  <a:xfrm>
                    <a:off x="648000" y="1512000"/>
                    <a:ext cx="0" cy="28800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2" name="Straight Connector 121">
                    <a:extLst>
                      <a:ext uri="{FF2B5EF4-FFF2-40B4-BE49-F238E27FC236}">
                        <a16:creationId xmlns:a16="http://schemas.microsoft.com/office/drawing/2014/main" id="{B2696E42-63CD-17FC-8560-E9D1F576280E}"/>
                      </a:ext>
                    </a:extLst>
                  </p:cNvPr>
                  <p:cNvCxnSpPr/>
                  <p:nvPr/>
                </p:nvCxnSpPr>
                <p:spPr>
                  <a:xfrm>
                    <a:off x="1080000" y="1512000"/>
                    <a:ext cx="0" cy="28800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3" name="Straight Connector 122">
                    <a:extLst>
                      <a:ext uri="{FF2B5EF4-FFF2-40B4-BE49-F238E27FC236}">
                        <a16:creationId xmlns:a16="http://schemas.microsoft.com/office/drawing/2014/main" id="{9DBCFB60-EC95-6476-2047-EBD41E7E8BF8}"/>
                      </a:ext>
                    </a:extLst>
                  </p:cNvPr>
                  <p:cNvCxnSpPr/>
                  <p:nvPr/>
                </p:nvCxnSpPr>
                <p:spPr>
                  <a:xfrm>
                    <a:off x="1512000" y="1512000"/>
                    <a:ext cx="0" cy="28800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" name="Straight Connector 123">
                    <a:extLst>
                      <a:ext uri="{FF2B5EF4-FFF2-40B4-BE49-F238E27FC236}">
                        <a16:creationId xmlns:a16="http://schemas.microsoft.com/office/drawing/2014/main" id="{382CB26A-30DB-2CDB-1E33-6B8E5700401C}"/>
                      </a:ext>
                    </a:extLst>
                  </p:cNvPr>
                  <p:cNvCxnSpPr/>
                  <p:nvPr/>
                </p:nvCxnSpPr>
                <p:spPr>
                  <a:xfrm>
                    <a:off x="1512000" y="1080000"/>
                    <a:ext cx="288000" cy="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" name="Straight Connector 124">
                    <a:extLst>
                      <a:ext uri="{FF2B5EF4-FFF2-40B4-BE49-F238E27FC236}">
                        <a16:creationId xmlns:a16="http://schemas.microsoft.com/office/drawing/2014/main" id="{3559FDA0-7EE3-7098-BC3D-022E82CE7061}"/>
                      </a:ext>
                    </a:extLst>
                  </p:cNvPr>
                  <p:cNvCxnSpPr/>
                  <p:nvPr/>
                </p:nvCxnSpPr>
                <p:spPr>
                  <a:xfrm>
                    <a:off x="1512000" y="1512000"/>
                    <a:ext cx="288000" cy="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" name="Straight Connector 125">
                    <a:extLst>
                      <a:ext uri="{FF2B5EF4-FFF2-40B4-BE49-F238E27FC236}">
                        <a16:creationId xmlns:a16="http://schemas.microsoft.com/office/drawing/2014/main" id="{68D27871-216E-65DC-222D-B548D75025B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296000" y="360000"/>
                    <a:ext cx="0" cy="14400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" name="Straight Connector 126">
                    <a:extLst>
                      <a:ext uri="{FF2B5EF4-FFF2-40B4-BE49-F238E27FC236}">
                        <a16:creationId xmlns:a16="http://schemas.microsoft.com/office/drawing/2014/main" id="{50F9354A-2939-E2C2-7B4B-D0B5F87AF11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64000" y="360000"/>
                    <a:ext cx="0" cy="14400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headEnd type="arrow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8" name="Straight Connector 127">
                    <a:extLst>
                      <a:ext uri="{FF2B5EF4-FFF2-40B4-BE49-F238E27FC236}">
                        <a16:creationId xmlns:a16="http://schemas.microsoft.com/office/drawing/2014/main" id="{FAB7166F-947A-0AFD-B26A-AC6853A43876}"/>
                      </a:ext>
                    </a:extLst>
                  </p:cNvPr>
                  <p:cNvCxnSpPr/>
                  <p:nvPr/>
                </p:nvCxnSpPr>
                <p:spPr>
                  <a:xfrm>
                    <a:off x="360000" y="864000"/>
                    <a:ext cx="1440000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headEnd type="arrow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9" name="Straight Connector 128">
                    <a:extLst>
                      <a:ext uri="{FF2B5EF4-FFF2-40B4-BE49-F238E27FC236}">
                        <a16:creationId xmlns:a16="http://schemas.microsoft.com/office/drawing/2014/main" id="{D90EF578-C62B-CA38-AA18-9183C5FC84A7}"/>
                      </a:ext>
                    </a:extLst>
                  </p:cNvPr>
                  <p:cNvCxnSpPr/>
                  <p:nvPr/>
                </p:nvCxnSpPr>
                <p:spPr>
                  <a:xfrm>
                    <a:off x="360000" y="1296000"/>
                    <a:ext cx="1440000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D75C5967-C28D-EAFE-A7D6-3529593FFE13}"/>
                    </a:ext>
                  </a:extLst>
                </p:cNvPr>
                <p:cNvSpPr/>
                <p:nvPr/>
              </p:nvSpPr>
              <p:spPr>
                <a:xfrm>
                  <a:off x="2160000" y="648000"/>
                  <a:ext cx="432000" cy="432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9150BB46-2705-5428-B71C-3767264B963D}"/>
                    </a:ext>
                  </a:extLst>
                </p:cNvPr>
                <p:cNvSpPr/>
                <p:nvPr/>
              </p:nvSpPr>
              <p:spPr>
                <a:xfrm>
                  <a:off x="2160000" y="1080000"/>
                  <a:ext cx="432000" cy="432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2" name="Rectangle 111">
                  <a:extLst>
                    <a:ext uri="{FF2B5EF4-FFF2-40B4-BE49-F238E27FC236}">
                      <a16:creationId xmlns:a16="http://schemas.microsoft.com/office/drawing/2014/main" id="{2511C2D0-1B3A-56FA-C5F2-7A54BA40BE3B}"/>
                    </a:ext>
                  </a:extLst>
                </p:cNvPr>
                <p:cNvSpPr/>
                <p:nvPr/>
              </p:nvSpPr>
              <p:spPr>
                <a:xfrm>
                  <a:off x="2592000" y="1080000"/>
                  <a:ext cx="432000" cy="432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448A9DF7-4576-0B5A-9742-C3A79BE6436B}"/>
                    </a:ext>
                  </a:extLst>
                </p:cNvPr>
                <p:cNvSpPr/>
                <p:nvPr/>
              </p:nvSpPr>
              <p:spPr>
                <a:xfrm>
                  <a:off x="2592000" y="648000"/>
                  <a:ext cx="432000" cy="432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56AA12CF-D6D5-D633-026E-8C3C71000231}"/>
                  </a:ext>
                </a:extLst>
              </p:cNvPr>
              <p:cNvGrpSpPr/>
              <p:nvPr/>
            </p:nvGrpSpPr>
            <p:grpSpPr>
              <a:xfrm>
                <a:off x="3528000" y="360000"/>
                <a:ext cx="1440000" cy="1440000"/>
                <a:chOff x="3528000" y="360000"/>
                <a:chExt cx="1440000" cy="1440000"/>
              </a:xfrm>
            </p:grpSpPr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FEB9DAB6-CA2C-0483-73EB-790F806644DA}"/>
                    </a:ext>
                  </a:extLst>
                </p:cNvPr>
                <p:cNvGrpSpPr/>
                <p:nvPr/>
              </p:nvGrpSpPr>
              <p:grpSpPr>
                <a:xfrm>
                  <a:off x="3528000" y="360000"/>
                  <a:ext cx="1440000" cy="1440000"/>
                  <a:chOff x="360000" y="360000"/>
                  <a:chExt cx="1440000" cy="1440000"/>
                </a:xfrm>
              </p:grpSpPr>
              <p:cxnSp>
                <p:nvCxnSpPr>
                  <p:cNvPr id="85" name="Straight Connector 84">
                    <a:extLst>
                      <a:ext uri="{FF2B5EF4-FFF2-40B4-BE49-F238E27FC236}">
                        <a16:creationId xmlns:a16="http://schemas.microsoft.com/office/drawing/2014/main" id="{A8FF23D6-3070-DBDF-8172-9B2B0A096D5A}"/>
                      </a:ext>
                    </a:extLst>
                  </p:cNvPr>
                  <p:cNvCxnSpPr/>
                  <p:nvPr/>
                </p:nvCxnSpPr>
                <p:spPr>
                  <a:xfrm>
                    <a:off x="360000" y="648000"/>
                    <a:ext cx="288000" cy="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6" name="Straight Connector 85">
                    <a:extLst>
                      <a:ext uri="{FF2B5EF4-FFF2-40B4-BE49-F238E27FC236}">
                        <a16:creationId xmlns:a16="http://schemas.microsoft.com/office/drawing/2014/main" id="{A6CD408C-FA52-E007-3DDD-3097034B3044}"/>
                      </a:ext>
                    </a:extLst>
                  </p:cNvPr>
                  <p:cNvCxnSpPr/>
                  <p:nvPr/>
                </p:nvCxnSpPr>
                <p:spPr>
                  <a:xfrm>
                    <a:off x="648000" y="360000"/>
                    <a:ext cx="0" cy="28800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" name="Straight Connector 86">
                    <a:extLst>
                      <a:ext uri="{FF2B5EF4-FFF2-40B4-BE49-F238E27FC236}">
                        <a16:creationId xmlns:a16="http://schemas.microsoft.com/office/drawing/2014/main" id="{9C9C7C79-0CA9-61E6-E0CD-EE9ACAA9E163}"/>
                      </a:ext>
                    </a:extLst>
                  </p:cNvPr>
                  <p:cNvCxnSpPr/>
                  <p:nvPr/>
                </p:nvCxnSpPr>
                <p:spPr>
                  <a:xfrm>
                    <a:off x="1080000" y="360000"/>
                    <a:ext cx="0" cy="28800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" name="Straight Connector 87">
                    <a:extLst>
                      <a:ext uri="{FF2B5EF4-FFF2-40B4-BE49-F238E27FC236}">
                        <a16:creationId xmlns:a16="http://schemas.microsoft.com/office/drawing/2014/main" id="{AB2C915C-05E9-C811-1DA1-47570E1A269D}"/>
                      </a:ext>
                    </a:extLst>
                  </p:cNvPr>
                  <p:cNvCxnSpPr/>
                  <p:nvPr/>
                </p:nvCxnSpPr>
                <p:spPr>
                  <a:xfrm>
                    <a:off x="1512000" y="360000"/>
                    <a:ext cx="0" cy="28800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" name="Straight Connector 88">
                    <a:extLst>
                      <a:ext uri="{FF2B5EF4-FFF2-40B4-BE49-F238E27FC236}">
                        <a16:creationId xmlns:a16="http://schemas.microsoft.com/office/drawing/2014/main" id="{E91596E3-7548-91FA-D9DD-697DF3ACE6F9}"/>
                      </a:ext>
                    </a:extLst>
                  </p:cNvPr>
                  <p:cNvCxnSpPr/>
                  <p:nvPr/>
                </p:nvCxnSpPr>
                <p:spPr>
                  <a:xfrm>
                    <a:off x="1512000" y="648000"/>
                    <a:ext cx="288000" cy="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" name="Straight Connector 89">
                    <a:extLst>
                      <a:ext uri="{FF2B5EF4-FFF2-40B4-BE49-F238E27FC236}">
                        <a16:creationId xmlns:a16="http://schemas.microsoft.com/office/drawing/2014/main" id="{0F827E89-7B6F-FE7D-0CCA-44A6D49DB2F6}"/>
                      </a:ext>
                    </a:extLst>
                  </p:cNvPr>
                  <p:cNvCxnSpPr/>
                  <p:nvPr/>
                </p:nvCxnSpPr>
                <p:spPr>
                  <a:xfrm>
                    <a:off x="360000" y="1080000"/>
                    <a:ext cx="288000" cy="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" name="Straight Connector 90">
                    <a:extLst>
                      <a:ext uri="{FF2B5EF4-FFF2-40B4-BE49-F238E27FC236}">
                        <a16:creationId xmlns:a16="http://schemas.microsoft.com/office/drawing/2014/main" id="{FBD22FAD-751E-3553-E048-E4DDA382C410}"/>
                      </a:ext>
                    </a:extLst>
                  </p:cNvPr>
                  <p:cNvCxnSpPr/>
                  <p:nvPr/>
                </p:nvCxnSpPr>
                <p:spPr>
                  <a:xfrm>
                    <a:off x="360000" y="1512000"/>
                    <a:ext cx="288000" cy="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" name="Straight Connector 91">
                    <a:extLst>
                      <a:ext uri="{FF2B5EF4-FFF2-40B4-BE49-F238E27FC236}">
                        <a16:creationId xmlns:a16="http://schemas.microsoft.com/office/drawing/2014/main" id="{B0236D6E-8D48-BC2F-F1E7-94353611FCD6}"/>
                      </a:ext>
                    </a:extLst>
                  </p:cNvPr>
                  <p:cNvCxnSpPr/>
                  <p:nvPr/>
                </p:nvCxnSpPr>
                <p:spPr>
                  <a:xfrm>
                    <a:off x="648000" y="1512000"/>
                    <a:ext cx="0" cy="28800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" name="Straight Connector 92">
                    <a:extLst>
                      <a:ext uri="{FF2B5EF4-FFF2-40B4-BE49-F238E27FC236}">
                        <a16:creationId xmlns:a16="http://schemas.microsoft.com/office/drawing/2014/main" id="{FAE93ADE-6257-7BC6-843B-7802CBC43002}"/>
                      </a:ext>
                    </a:extLst>
                  </p:cNvPr>
                  <p:cNvCxnSpPr/>
                  <p:nvPr/>
                </p:nvCxnSpPr>
                <p:spPr>
                  <a:xfrm>
                    <a:off x="1080000" y="1512000"/>
                    <a:ext cx="0" cy="28800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Straight Connector 93">
                    <a:extLst>
                      <a:ext uri="{FF2B5EF4-FFF2-40B4-BE49-F238E27FC236}">
                        <a16:creationId xmlns:a16="http://schemas.microsoft.com/office/drawing/2014/main" id="{C27D41AB-F55D-9AF4-80FB-7DB358B1EA89}"/>
                      </a:ext>
                    </a:extLst>
                  </p:cNvPr>
                  <p:cNvCxnSpPr/>
                  <p:nvPr/>
                </p:nvCxnSpPr>
                <p:spPr>
                  <a:xfrm>
                    <a:off x="1512000" y="1512000"/>
                    <a:ext cx="0" cy="28800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Straight Connector 94">
                    <a:extLst>
                      <a:ext uri="{FF2B5EF4-FFF2-40B4-BE49-F238E27FC236}">
                        <a16:creationId xmlns:a16="http://schemas.microsoft.com/office/drawing/2014/main" id="{B7A50B0D-24AD-9B2F-ECC0-CE1197642EEA}"/>
                      </a:ext>
                    </a:extLst>
                  </p:cNvPr>
                  <p:cNvCxnSpPr/>
                  <p:nvPr/>
                </p:nvCxnSpPr>
                <p:spPr>
                  <a:xfrm>
                    <a:off x="1512000" y="1080000"/>
                    <a:ext cx="288000" cy="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6" name="Straight Connector 95">
                    <a:extLst>
                      <a:ext uri="{FF2B5EF4-FFF2-40B4-BE49-F238E27FC236}">
                        <a16:creationId xmlns:a16="http://schemas.microsoft.com/office/drawing/2014/main" id="{9B510430-590E-7696-6F74-04A36E3CB1B6}"/>
                      </a:ext>
                    </a:extLst>
                  </p:cNvPr>
                  <p:cNvCxnSpPr/>
                  <p:nvPr/>
                </p:nvCxnSpPr>
                <p:spPr>
                  <a:xfrm>
                    <a:off x="1512000" y="1512000"/>
                    <a:ext cx="288000" cy="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" name="Straight Connector 96">
                    <a:extLst>
                      <a:ext uri="{FF2B5EF4-FFF2-40B4-BE49-F238E27FC236}">
                        <a16:creationId xmlns:a16="http://schemas.microsoft.com/office/drawing/2014/main" id="{0096C432-2EFB-4792-FCF2-EF8B9043E34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296000" y="360000"/>
                    <a:ext cx="0" cy="14400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" name="Straight Connector 97">
                    <a:extLst>
                      <a:ext uri="{FF2B5EF4-FFF2-40B4-BE49-F238E27FC236}">
                        <a16:creationId xmlns:a16="http://schemas.microsoft.com/office/drawing/2014/main" id="{1FF00E2F-D164-FDFE-88DE-8EEC43E8913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64000" y="360000"/>
                    <a:ext cx="0" cy="14400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headEnd type="arrow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" name="Straight Connector 98">
                    <a:extLst>
                      <a:ext uri="{FF2B5EF4-FFF2-40B4-BE49-F238E27FC236}">
                        <a16:creationId xmlns:a16="http://schemas.microsoft.com/office/drawing/2014/main" id="{B6829C57-21BA-929A-3526-596B1064A27B}"/>
                      </a:ext>
                    </a:extLst>
                  </p:cNvPr>
                  <p:cNvCxnSpPr/>
                  <p:nvPr/>
                </p:nvCxnSpPr>
                <p:spPr>
                  <a:xfrm>
                    <a:off x="360000" y="864000"/>
                    <a:ext cx="1440000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headEnd type="arrow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Straight Connector 99">
                    <a:extLst>
                      <a:ext uri="{FF2B5EF4-FFF2-40B4-BE49-F238E27FC236}">
                        <a16:creationId xmlns:a16="http://schemas.microsoft.com/office/drawing/2014/main" id="{F68499CE-36CC-F874-20FB-F7948F6E75C5}"/>
                      </a:ext>
                    </a:extLst>
                  </p:cNvPr>
                  <p:cNvCxnSpPr/>
                  <p:nvPr/>
                </p:nvCxnSpPr>
                <p:spPr>
                  <a:xfrm>
                    <a:off x="360000" y="1296000"/>
                    <a:ext cx="1440000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Straight Connector 100">
                    <a:extLst>
                      <a:ext uri="{FF2B5EF4-FFF2-40B4-BE49-F238E27FC236}">
                        <a16:creationId xmlns:a16="http://schemas.microsoft.com/office/drawing/2014/main" id="{F3702656-6D46-EB43-F338-60C5C5CDF2E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296000" y="1296000"/>
                    <a:ext cx="216000" cy="2160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Straight Connector 101">
                    <a:extLst>
                      <a:ext uri="{FF2B5EF4-FFF2-40B4-BE49-F238E27FC236}">
                        <a16:creationId xmlns:a16="http://schemas.microsoft.com/office/drawing/2014/main" id="{C63658F5-E1FF-C2C1-0956-45231578F179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648000" y="1296000"/>
                    <a:ext cx="216000" cy="2160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Straight Connector 102">
                    <a:extLst>
                      <a:ext uri="{FF2B5EF4-FFF2-40B4-BE49-F238E27FC236}">
                        <a16:creationId xmlns:a16="http://schemas.microsoft.com/office/drawing/2014/main" id="{FE76E435-5F6C-A856-DC9D-E07A5492470A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48000" y="648000"/>
                    <a:ext cx="216000" cy="2160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6B19D46F-17B9-4332-5FE1-F7168E3C1FB6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1296000" y="648000"/>
                    <a:ext cx="216000" cy="2160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" name="Straight Connector 104">
                    <a:extLst>
                      <a:ext uri="{FF2B5EF4-FFF2-40B4-BE49-F238E27FC236}">
                        <a16:creationId xmlns:a16="http://schemas.microsoft.com/office/drawing/2014/main" id="{33868215-35FE-6510-42E1-291E99F2DEDA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1080000" y="864000"/>
                    <a:ext cx="216000" cy="2160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Straight Connector 105">
                    <a:extLst>
                      <a:ext uri="{FF2B5EF4-FFF2-40B4-BE49-F238E27FC236}">
                        <a16:creationId xmlns:a16="http://schemas.microsoft.com/office/drawing/2014/main" id="{7957DC8E-CAF2-47E0-2DEE-7A56C1CA3E4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80000" y="1080000"/>
                    <a:ext cx="216000" cy="2160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" name="Straight Connector 106">
                    <a:extLst>
                      <a:ext uri="{FF2B5EF4-FFF2-40B4-BE49-F238E27FC236}">
                        <a16:creationId xmlns:a16="http://schemas.microsoft.com/office/drawing/2014/main" id="{50AA7770-21A1-1525-4003-8876F7A4DFFD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864000" y="1080000"/>
                    <a:ext cx="216000" cy="2160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Straight Connector 107">
                    <a:extLst>
                      <a:ext uri="{FF2B5EF4-FFF2-40B4-BE49-F238E27FC236}">
                        <a16:creationId xmlns:a16="http://schemas.microsoft.com/office/drawing/2014/main" id="{3B6AEE68-A1DA-A1E0-130F-3FA184C0D078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864000" y="864000"/>
                    <a:ext cx="216000" cy="2160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D98B156A-63C1-82ED-95C3-22D164AA8A9E}"/>
                    </a:ext>
                  </a:extLst>
                </p:cNvPr>
                <p:cNvSpPr/>
                <p:nvPr/>
              </p:nvSpPr>
              <p:spPr>
                <a:xfrm>
                  <a:off x="4392000" y="1440000"/>
                  <a:ext cx="144000" cy="144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78D2593B-2A48-A502-8E15-3C5D1F240FE9}"/>
                    </a:ext>
                  </a:extLst>
                </p:cNvPr>
                <p:cNvSpPr/>
                <p:nvPr/>
              </p:nvSpPr>
              <p:spPr>
                <a:xfrm>
                  <a:off x="3960000" y="1440000"/>
                  <a:ext cx="144000" cy="144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F091B6C7-A529-5B79-A16D-E3DE3D4F6C32}"/>
                    </a:ext>
                  </a:extLst>
                </p:cNvPr>
                <p:cNvSpPr/>
                <p:nvPr/>
              </p:nvSpPr>
              <p:spPr>
                <a:xfrm>
                  <a:off x="4608000" y="1224000"/>
                  <a:ext cx="144000" cy="144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62A408A4-4048-7ECF-57C1-5BA3A44000BC}"/>
                    </a:ext>
                  </a:extLst>
                </p:cNvPr>
                <p:cNvSpPr/>
                <p:nvPr/>
              </p:nvSpPr>
              <p:spPr>
                <a:xfrm>
                  <a:off x="4392000" y="1224000"/>
                  <a:ext cx="144000" cy="144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ACC2AF77-6055-1EA3-D022-FBA2188649B6}"/>
                    </a:ext>
                  </a:extLst>
                </p:cNvPr>
                <p:cNvSpPr/>
                <p:nvPr/>
              </p:nvSpPr>
              <p:spPr>
                <a:xfrm>
                  <a:off x="3960000" y="1224000"/>
                  <a:ext cx="144000" cy="144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F0F15367-12B0-E433-45A8-A6FDBFE21CC4}"/>
                    </a:ext>
                  </a:extLst>
                </p:cNvPr>
                <p:cNvSpPr/>
                <p:nvPr/>
              </p:nvSpPr>
              <p:spPr>
                <a:xfrm>
                  <a:off x="3744000" y="1224000"/>
                  <a:ext cx="144000" cy="144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82ED2235-70A7-0091-274E-78E213006DC1}"/>
                    </a:ext>
                  </a:extLst>
                </p:cNvPr>
                <p:cNvSpPr/>
                <p:nvPr/>
              </p:nvSpPr>
              <p:spPr>
                <a:xfrm>
                  <a:off x="4608000" y="792000"/>
                  <a:ext cx="144000" cy="144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8FA0BDD3-60DA-B12E-62DD-BD64DAD2B7AA}"/>
                    </a:ext>
                  </a:extLst>
                </p:cNvPr>
                <p:cNvSpPr/>
                <p:nvPr/>
              </p:nvSpPr>
              <p:spPr>
                <a:xfrm>
                  <a:off x="4392000" y="792000"/>
                  <a:ext cx="144000" cy="144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215C77C4-4216-9FAC-8FD0-C1BC8CE96572}"/>
                    </a:ext>
                  </a:extLst>
                </p:cNvPr>
                <p:cNvSpPr/>
                <p:nvPr/>
              </p:nvSpPr>
              <p:spPr>
                <a:xfrm>
                  <a:off x="3960000" y="792000"/>
                  <a:ext cx="144000" cy="144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A478A8F2-CD6F-3128-C503-CAD9FA7D1210}"/>
                    </a:ext>
                  </a:extLst>
                </p:cNvPr>
                <p:cNvSpPr/>
                <p:nvPr/>
              </p:nvSpPr>
              <p:spPr>
                <a:xfrm>
                  <a:off x="3744000" y="792000"/>
                  <a:ext cx="144000" cy="144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A6254D86-42C7-D55C-78A0-94C7BCB3C2B3}"/>
                    </a:ext>
                  </a:extLst>
                </p:cNvPr>
                <p:cNvSpPr/>
                <p:nvPr/>
              </p:nvSpPr>
              <p:spPr>
                <a:xfrm>
                  <a:off x="4392000" y="576000"/>
                  <a:ext cx="144000" cy="144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38C77CCE-0C29-58EF-1CEF-B6D63715A031}"/>
                    </a:ext>
                  </a:extLst>
                </p:cNvPr>
                <p:cNvSpPr/>
                <p:nvPr/>
              </p:nvSpPr>
              <p:spPr>
                <a:xfrm>
                  <a:off x="3960000" y="576000"/>
                  <a:ext cx="144000" cy="144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2BA206AE-861D-4E67-9965-7CCB0F643219}"/>
                    </a:ext>
                  </a:extLst>
                </p:cNvPr>
                <p:cNvSpPr/>
                <p:nvPr/>
              </p:nvSpPr>
              <p:spPr>
                <a:xfrm>
                  <a:off x="4176000" y="790624"/>
                  <a:ext cx="144000" cy="144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6EE9DA55-931A-AD7B-59ED-8FE40269E9AC}"/>
                    </a:ext>
                  </a:extLst>
                </p:cNvPr>
                <p:cNvSpPr/>
                <p:nvPr/>
              </p:nvSpPr>
              <p:spPr>
                <a:xfrm>
                  <a:off x="4176000" y="1224000"/>
                  <a:ext cx="144000" cy="144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ADB95851-64CA-2EB8-5DB8-D06F685DAD86}"/>
                    </a:ext>
                  </a:extLst>
                </p:cNvPr>
                <p:cNvSpPr/>
                <p:nvPr/>
              </p:nvSpPr>
              <p:spPr>
                <a:xfrm>
                  <a:off x="4390165" y="1008000"/>
                  <a:ext cx="144000" cy="144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554A2962-747E-6696-AFD5-816DF4B961F3}"/>
                    </a:ext>
                  </a:extLst>
                </p:cNvPr>
                <p:cNvSpPr/>
                <p:nvPr/>
              </p:nvSpPr>
              <p:spPr>
                <a:xfrm>
                  <a:off x="3960000" y="1008000"/>
                  <a:ext cx="144000" cy="144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31F064C7-266E-72B3-8750-A64C773A61C1}"/>
                  </a:ext>
                </a:extLst>
              </p:cNvPr>
              <p:cNvGrpSpPr/>
              <p:nvPr/>
            </p:nvGrpSpPr>
            <p:grpSpPr>
              <a:xfrm>
                <a:off x="5184000" y="360000"/>
                <a:ext cx="1440000" cy="1440000"/>
                <a:chOff x="5184000" y="360000"/>
                <a:chExt cx="1440000" cy="1440000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70AB130A-57B0-60F1-E132-06F3185E65C9}"/>
                    </a:ext>
                  </a:extLst>
                </p:cNvPr>
                <p:cNvGrpSpPr/>
                <p:nvPr/>
              </p:nvGrpSpPr>
              <p:grpSpPr>
                <a:xfrm>
                  <a:off x="5184000" y="360000"/>
                  <a:ext cx="1440000" cy="1440000"/>
                  <a:chOff x="360000" y="360000"/>
                  <a:chExt cx="1440000" cy="1440000"/>
                </a:xfrm>
              </p:grpSpPr>
              <p:cxnSp>
                <p:nvCxnSpPr>
                  <p:cNvPr id="44" name="Straight Connector 43">
                    <a:extLst>
                      <a:ext uri="{FF2B5EF4-FFF2-40B4-BE49-F238E27FC236}">
                        <a16:creationId xmlns:a16="http://schemas.microsoft.com/office/drawing/2014/main" id="{E549AFC9-787F-8EF3-4A0C-A8B5DB930F30}"/>
                      </a:ext>
                    </a:extLst>
                  </p:cNvPr>
                  <p:cNvCxnSpPr/>
                  <p:nvPr/>
                </p:nvCxnSpPr>
                <p:spPr>
                  <a:xfrm>
                    <a:off x="360000" y="648000"/>
                    <a:ext cx="288000" cy="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Straight Connector 44">
                    <a:extLst>
                      <a:ext uri="{FF2B5EF4-FFF2-40B4-BE49-F238E27FC236}">
                        <a16:creationId xmlns:a16="http://schemas.microsoft.com/office/drawing/2014/main" id="{CB75F93E-C313-79B8-642D-24DDFF260EC9}"/>
                      </a:ext>
                    </a:extLst>
                  </p:cNvPr>
                  <p:cNvCxnSpPr/>
                  <p:nvPr/>
                </p:nvCxnSpPr>
                <p:spPr>
                  <a:xfrm>
                    <a:off x="648000" y="360000"/>
                    <a:ext cx="0" cy="28800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840B7F87-8282-27D1-045D-95712002B430}"/>
                      </a:ext>
                    </a:extLst>
                  </p:cNvPr>
                  <p:cNvCxnSpPr/>
                  <p:nvPr/>
                </p:nvCxnSpPr>
                <p:spPr>
                  <a:xfrm>
                    <a:off x="1080000" y="360000"/>
                    <a:ext cx="0" cy="28800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E66DA4DD-64F8-3689-B75A-339289530FE2}"/>
                      </a:ext>
                    </a:extLst>
                  </p:cNvPr>
                  <p:cNvCxnSpPr/>
                  <p:nvPr/>
                </p:nvCxnSpPr>
                <p:spPr>
                  <a:xfrm>
                    <a:off x="1512000" y="360000"/>
                    <a:ext cx="0" cy="28800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Connector 47">
                    <a:extLst>
                      <a:ext uri="{FF2B5EF4-FFF2-40B4-BE49-F238E27FC236}">
                        <a16:creationId xmlns:a16="http://schemas.microsoft.com/office/drawing/2014/main" id="{1B71EB2C-8F18-F300-513A-F05B163DF58B}"/>
                      </a:ext>
                    </a:extLst>
                  </p:cNvPr>
                  <p:cNvCxnSpPr/>
                  <p:nvPr/>
                </p:nvCxnSpPr>
                <p:spPr>
                  <a:xfrm>
                    <a:off x="1512000" y="648000"/>
                    <a:ext cx="288000" cy="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Straight Connector 48">
                    <a:extLst>
                      <a:ext uri="{FF2B5EF4-FFF2-40B4-BE49-F238E27FC236}">
                        <a16:creationId xmlns:a16="http://schemas.microsoft.com/office/drawing/2014/main" id="{03A1FEA6-A9C4-403C-9F49-F8AEA3FCCCE1}"/>
                      </a:ext>
                    </a:extLst>
                  </p:cNvPr>
                  <p:cNvCxnSpPr/>
                  <p:nvPr/>
                </p:nvCxnSpPr>
                <p:spPr>
                  <a:xfrm>
                    <a:off x="360000" y="1080000"/>
                    <a:ext cx="288000" cy="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375830F6-1650-B6D4-F508-441405128C7F}"/>
                      </a:ext>
                    </a:extLst>
                  </p:cNvPr>
                  <p:cNvCxnSpPr/>
                  <p:nvPr/>
                </p:nvCxnSpPr>
                <p:spPr>
                  <a:xfrm>
                    <a:off x="360000" y="1512000"/>
                    <a:ext cx="288000" cy="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Straight Connector 50">
                    <a:extLst>
                      <a:ext uri="{FF2B5EF4-FFF2-40B4-BE49-F238E27FC236}">
                        <a16:creationId xmlns:a16="http://schemas.microsoft.com/office/drawing/2014/main" id="{DCEF26CC-22E9-D443-C56E-7CF1F74FA65A}"/>
                      </a:ext>
                    </a:extLst>
                  </p:cNvPr>
                  <p:cNvCxnSpPr/>
                  <p:nvPr/>
                </p:nvCxnSpPr>
                <p:spPr>
                  <a:xfrm>
                    <a:off x="648000" y="1512000"/>
                    <a:ext cx="0" cy="28800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Connector 51">
                    <a:extLst>
                      <a:ext uri="{FF2B5EF4-FFF2-40B4-BE49-F238E27FC236}">
                        <a16:creationId xmlns:a16="http://schemas.microsoft.com/office/drawing/2014/main" id="{884F65F6-B016-CF89-3B7F-0FD9B8F78725}"/>
                      </a:ext>
                    </a:extLst>
                  </p:cNvPr>
                  <p:cNvCxnSpPr/>
                  <p:nvPr/>
                </p:nvCxnSpPr>
                <p:spPr>
                  <a:xfrm>
                    <a:off x="1080000" y="1512000"/>
                    <a:ext cx="0" cy="28800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F837F000-561A-DB90-AD41-38ECF9C8158F}"/>
                      </a:ext>
                    </a:extLst>
                  </p:cNvPr>
                  <p:cNvCxnSpPr/>
                  <p:nvPr/>
                </p:nvCxnSpPr>
                <p:spPr>
                  <a:xfrm>
                    <a:off x="1512000" y="1512000"/>
                    <a:ext cx="0" cy="28800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D9124ED5-C37E-BA44-886D-5FC82896FDBD}"/>
                      </a:ext>
                    </a:extLst>
                  </p:cNvPr>
                  <p:cNvCxnSpPr/>
                  <p:nvPr/>
                </p:nvCxnSpPr>
                <p:spPr>
                  <a:xfrm>
                    <a:off x="1512000" y="1080000"/>
                    <a:ext cx="288000" cy="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Straight Connector 54">
                    <a:extLst>
                      <a:ext uri="{FF2B5EF4-FFF2-40B4-BE49-F238E27FC236}">
                        <a16:creationId xmlns:a16="http://schemas.microsoft.com/office/drawing/2014/main" id="{55EF7357-5901-0BAB-ADA0-0EDB2C8D89C1}"/>
                      </a:ext>
                    </a:extLst>
                  </p:cNvPr>
                  <p:cNvCxnSpPr/>
                  <p:nvPr/>
                </p:nvCxnSpPr>
                <p:spPr>
                  <a:xfrm>
                    <a:off x="1512000" y="1512000"/>
                    <a:ext cx="288000" cy="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Straight Connector 55">
                    <a:extLst>
                      <a:ext uri="{FF2B5EF4-FFF2-40B4-BE49-F238E27FC236}">
                        <a16:creationId xmlns:a16="http://schemas.microsoft.com/office/drawing/2014/main" id="{D1C6AC5B-DD8A-52E8-4C35-05AD950A910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296000" y="360000"/>
                    <a:ext cx="0" cy="14400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Connector 56">
                    <a:extLst>
                      <a:ext uri="{FF2B5EF4-FFF2-40B4-BE49-F238E27FC236}">
                        <a16:creationId xmlns:a16="http://schemas.microsoft.com/office/drawing/2014/main" id="{95BE5BD8-AA5B-1C46-8ABD-3A3CD621E54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64000" y="360000"/>
                    <a:ext cx="0" cy="14400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headEnd type="arrow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BE6AE9FA-CF21-E161-F93C-20C129061F1A}"/>
                      </a:ext>
                    </a:extLst>
                  </p:cNvPr>
                  <p:cNvCxnSpPr/>
                  <p:nvPr/>
                </p:nvCxnSpPr>
                <p:spPr>
                  <a:xfrm>
                    <a:off x="360000" y="864000"/>
                    <a:ext cx="1440000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headEnd type="arrow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B707EC07-06D3-40E9-8C09-3A9FAEC4FBD7}"/>
                      </a:ext>
                    </a:extLst>
                  </p:cNvPr>
                  <p:cNvCxnSpPr/>
                  <p:nvPr/>
                </p:nvCxnSpPr>
                <p:spPr>
                  <a:xfrm>
                    <a:off x="360000" y="1296000"/>
                    <a:ext cx="1440000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4DCEF371-B08A-CB8A-F4D2-C5B7E6D1EBF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296000" y="1296000"/>
                    <a:ext cx="216000" cy="2160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B5CEDCE4-9CF7-E23F-592A-32888F738504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648000" y="1296000"/>
                    <a:ext cx="216000" cy="2160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49434AB9-3B56-66D5-C27D-D0DF1D34133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48000" y="648000"/>
                    <a:ext cx="216000" cy="2160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Straight Connector 62">
                    <a:extLst>
                      <a:ext uri="{FF2B5EF4-FFF2-40B4-BE49-F238E27FC236}">
                        <a16:creationId xmlns:a16="http://schemas.microsoft.com/office/drawing/2014/main" id="{F611598C-6513-AC0C-2A13-70F434A1DBB9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1296000" y="648000"/>
                    <a:ext cx="216000" cy="2160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Straight Connector 63">
                    <a:extLst>
                      <a:ext uri="{FF2B5EF4-FFF2-40B4-BE49-F238E27FC236}">
                        <a16:creationId xmlns:a16="http://schemas.microsoft.com/office/drawing/2014/main" id="{C0FC6CA8-01AF-A77E-49C7-19B000439BFF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972000" y="864000"/>
                    <a:ext cx="324000" cy="3240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Straight Connector 64">
                    <a:extLst>
                      <a:ext uri="{FF2B5EF4-FFF2-40B4-BE49-F238E27FC236}">
                        <a16:creationId xmlns:a16="http://schemas.microsoft.com/office/drawing/2014/main" id="{37EDD543-4F08-558C-E757-9041085FCBB5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72000" y="972000"/>
                    <a:ext cx="324000" cy="3240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3C1B6CE4-7CF4-4068-F780-C2B117FAB0BC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864000" y="972000"/>
                    <a:ext cx="324000" cy="3240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Straight Connector 66">
                    <a:extLst>
                      <a:ext uri="{FF2B5EF4-FFF2-40B4-BE49-F238E27FC236}">
                        <a16:creationId xmlns:a16="http://schemas.microsoft.com/office/drawing/2014/main" id="{F666CD17-29EF-521A-E95C-C8854CF6A07A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864000" y="864000"/>
                    <a:ext cx="324000" cy="3240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951E34B7-8215-61B4-579C-A23B18C0EEBF}"/>
                    </a:ext>
                  </a:extLst>
                </p:cNvPr>
                <p:cNvGrpSpPr/>
                <p:nvPr/>
              </p:nvGrpSpPr>
              <p:grpSpPr>
                <a:xfrm>
                  <a:off x="5652000" y="1476000"/>
                  <a:ext cx="504000" cy="72000"/>
                  <a:chOff x="5652000" y="1476000"/>
                  <a:chExt cx="504000" cy="72000"/>
                </a:xfrm>
              </p:grpSpPr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85462EE3-3D00-F989-1B52-13E67787F665}"/>
                      </a:ext>
                    </a:extLst>
                  </p:cNvPr>
                  <p:cNvSpPr/>
                  <p:nvPr/>
                </p:nvSpPr>
                <p:spPr>
                  <a:xfrm>
                    <a:off x="6084000" y="1476000"/>
                    <a:ext cx="72000" cy="72000"/>
                  </a:xfrm>
                  <a:prstGeom prst="rect">
                    <a:avLst/>
                  </a:prstGeom>
                  <a:solidFill>
                    <a:srgbClr val="FFFFCC"/>
                  </a:solidFill>
                  <a:ln w="12700">
                    <a:solidFill>
                      <a:schemeClr val="bg1">
                        <a:lumMod val="50000"/>
                      </a:schemeClr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tangle 42">
                    <a:extLst>
                      <a:ext uri="{FF2B5EF4-FFF2-40B4-BE49-F238E27FC236}">
                        <a16:creationId xmlns:a16="http://schemas.microsoft.com/office/drawing/2014/main" id="{AD8FC575-8928-EB52-69C7-807043E872DA}"/>
                      </a:ext>
                    </a:extLst>
                  </p:cNvPr>
                  <p:cNvSpPr/>
                  <p:nvPr/>
                </p:nvSpPr>
                <p:spPr>
                  <a:xfrm>
                    <a:off x="5652000" y="1476000"/>
                    <a:ext cx="72000" cy="72000"/>
                  </a:xfrm>
                  <a:prstGeom prst="rect">
                    <a:avLst/>
                  </a:prstGeom>
                  <a:solidFill>
                    <a:srgbClr val="FFFFCC"/>
                  </a:solidFill>
                  <a:ln w="12700">
                    <a:solidFill>
                      <a:schemeClr val="bg1">
                        <a:lumMod val="50000"/>
                      </a:schemeClr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8211E2C1-CCCE-9253-0C92-868FBB8A01E1}"/>
                    </a:ext>
                  </a:extLst>
                </p:cNvPr>
                <p:cNvSpPr/>
                <p:nvPr/>
              </p:nvSpPr>
              <p:spPr>
                <a:xfrm>
                  <a:off x="6300000" y="1260000"/>
                  <a:ext cx="72000" cy="72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09D982D5-00F6-9071-0470-8E8C6EDA68C2}"/>
                    </a:ext>
                  </a:extLst>
                </p:cNvPr>
                <p:cNvSpPr/>
                <p:nvPr/>
              </p:nvSpPr>
              <p:spPr>
                <a:xfrm>
                  <a:off x="5436000" y="1260000"/>
                  <a:ext cx="72000" cy="72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051C0D84-E855-9198-6469-4C34F7C6B874}"/>
                    </a:ext>
                  </a:extLst>
                </p:cNvPr>
                <p:cNvSpPr/>
                <p:nvPr/>
              </p:nvSpPr>
              <p:spPr>
                <a:xfrm>
                  <a:off x="5652000" y="1260000"/>
                  <a:ext cx="72000" cy="72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82C8EAAC-3422-535B-7699-2875EAF9FD4A}"/>
                    </a:ext>
                  </a:extLst>
                </p:cNvPr>
                <p:cNvSpPr/>
                <p:nvPr/>
              </p:nvSpPr>
              <p:spPr>
                <a:xfrm>
                  <a:off x="5760000" y="1260000"/>
                  <a:ext cx="72000" cy="72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A15A9D80-AD48-BF3B-8566-F9B62884FDF6}"/>
                    </a:ext>
                  </a:extLst>
                </p:cNvPr>
                <p:cNvSpPr/>
                <p:nvPr/>
              </p:nvSpPr>
              <p:spPr>
                <a:xfrm>
                  <a:off x="5976000" y="1260000"/>
                  <a:ext cx="72000" cy="72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BCBAD6AB-04DB-CD5E-1287-48EE69BF5071}"/>
                    </a:ext>
                  </a:extLst>
                </p:cNvPr>
                <p:cNvSpPr/>
                <p:nvPr/>
              </p:nvSpPr>
              <p:spPr>
                <a:xfrm>
                  <a:off x="6084000" y="1260000"/>
                  <a:ext cx="72000" cy="72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0D7DAB52-A5D2-CAF1-BC0D-771788BB13A8}"/>
                    </a:ext>
                  </a:extLst>
                </p:cNvPr>
                <p:cNvSpPr/>
                <p:nvPr/>
              </p:nvSpPr>
              <p:spPr>
                <a:xfrm>
                  <a:off x="6300000" y="828000"/>
                  <a:ext cx="72000" cy="72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9F283D1C-2F99-84E7-AAE5-C3AE653F3FD9}"/>
                    </a:ext>
                  </a:extLst>
                </p:cNvPr>
                <p:cNvSpPr/>
                <p:nvPr/>
              </p:nvSpPr>
              <p:spPr>
                <a:xfrm>
                  <a:off x="5436000" y="828000"/>
                  <a:ext cx="72000" cy="72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78150946-F01A-916D-D29D-030F44755688}"/>
                    </a:ext>
                  </a:extLst>
                </p:cNvPr>
                <p:cNvSpPr/>
                <p:nvPr/>
              </p:nvSpPr>
              <p:spPr>
                <a:xfrm>
                  <a:off x="5652000" y="828000"/>
                  <a:ext cx="72000" cy="72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CF20FC58-BCFE-CEC1-6F1A-CFBBDDCAFE38}"/>
                    </a:ext>
                  </a:extLst>
                </p:cNvPr>
                <p:cNvSpPr/>
                <p:nvPr/>
              </p:nvSpPr>
              <p:spPr>
                <a:xfrm>
                  <a:off x="5760000" y="828000"/>
                  <a:ext cx="72000" cy="72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1F30073E-E4D7-DA3D-6117-3FB8A40CB8C2}"/>
                    </a:ext>
                  </a:extLst>
                </p:cNvPr>
                <p:cNvSpPr/>
                <p:nvPr/>
              </p:nvSpPr>
              <p:spPr>
                <a:xfrm>
                  <a:off x="5976000" y="828000"/>
                  <a:ext cx="72000" cy="72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65399D45-A33B-AF2B-934B-999928801754}"/>
                    </a:ext>
                  </a:extLst>
                </p:cNvPr>
                <p:cNvSpPr/>
                <p:nvPr/>
              </p:nvSpPr>
              <p:spPr>
                <a:xfrm>
                  <a:off x="6084000" y="828000"/>
                  <a:ext cx="72000" cy="72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47E1648B-1FEB-AACF-AC73-0F510ED724BA}"/>
                    </a:ext>
                  </a:extLst>
                </p:cNvPr>
                <p:cNvSpPr/>
                <p:nvPr/>
              </p:nvSpPr>
              <p:spPr>
                <a:xfrm>
                  <a:off x="6084000" y="612000"/>
                  <a:ext cx="72000" cy="72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7B72E039-5369-8C25-62FD-0E03CA9364F0}"/>
                    </a:ext>
                  </a:extLst>
                </p:cNvPr>
                <p:cNvSpPr/>
                <p:nvPr/>
              </p:nvSpPr>
              <p:spPr>
                <a:xfrm>
                  <a:off x="5652000" y="612000"/>
                  <a:ext cx="72000" cy="72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E737D9B0-E7AA-8409-6DCA-FCC0608A868D}"/>
                    </a:ext>
                  </a:extLst>
                </p:cNvPr>
                <p:cNvSpPr/>
                <p:nvPr/>
              </p:nvSpPr>
              <p:spPr>
                <a:xfrm>
                  <a:off x="6084000" y="1152000"/>
                  <a:ext cx="72000" cy="72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386DF3C8-2955-71B1-D4C8-280A40C0A680}"/>
                    </a:ext>
                  </a:extLst>
                </p:cNvPr>
                <p:cNvSpPr/>
                <p:nvPr/>
              </p:nvSpPr>
              <p:spPr>
                <a:xfrm>
                  <a:off x="6084000" y="936000"/>
                  <a:ext cx="72000" cy="72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633EFAA5-614A-6D64-3E41-775711C4B5A1}"/>
                    </a:ext>
                  </a:extLst>
                </p:cNvPr>
                <p:cNvSpPr/>
                <p:nvPr/>
              </p:nvSpPr>
              <p:spPr>
                <a:xfrm>
                  <a:off x="5652000" y="1152000"/>
                  <a:ext cx="72000" cy="72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4AA0A5C1-4F12-475D-6E1A-5B1290314477}"/>
                    </a:ext>
                  </a:extLst>
                </p:cNvPr>
                <p:cNvSpPr/>
                <p:nvPr/>
              </p:nvSpPr>
              <p:spPr>
                <a:xfrm>
                  <a:off x="5652000" y="936000"/>
                  <a:ext cx="72000" cy="72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1B6251DB-9D73-B6FC-FD81-768DE46DB927}"/>
                    </a:ext>
                  </a:extLst>
                </p:cNvPr>
                <p:cNvSpPr/>
                <p:nvPr/>
              </p:nvSpPr>
              <p:spPr>
                <a:xfrm>
                  <a:off x="5868000" y="936000"/>
                  <a:ext cx="72000" cy="72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6DDB45AC-21E3-DD92-2BD3-A8371C6B729B}"/>
                    </a:ext>
                  </a:extLst>
                </p:cNvPr>
                <p:cNvSpPr/>
                <p:nvPr/>
              </p:nvSpPr>
              <p:spPr>
                <a:xfrm>
                  <a:off x="5868000" y="1152000"/>
                  <a:ext cx="72000" cy="72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A3ABDF6F-F78A-5696-A127-A08CD8D02376}"/>
                    </a:ext>
                  </a:extLst>
                </p:cNvPr>
                <p:cNvSpPr/>
                <p:nvPr/>
              </p:nvSpPr>
              <p:spPr>
                <a:xfrm>
                  <a:off x="5976000" y="1044000"/>
                  <a:ext cx="72000" cy="72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CDAC703F-4FB3-D2E2-E099-3260EADBFD91}"/>
                    </a:ext>
                  </a:extLst>
                </p:cNvPr>
                <p:cNvSpPr/>
                <p:nvPr/>
              </p:nvSpPr>
              <p:spPr>
                <a:xfrm>
                  <a:off x="5760000" y="1044000"/>
                  <a:ext cx="72000" cy="72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4374E46-BA5D-DB03-B4D3-AE6F0BE94B6C}"/>
                </a:ext>
              </a:extLst>
            </p:cNvPr>
            <p:cNvGrpSpPr/>
            <p:nvPr/>
          </p:nvGrpSpPr>
          <p:grpSpPr>
            <a:xfrm>
              <a:off x="3456000" y="4332198"/>
              <a:ext cx="1728000" cy="432000"/>
              <a:chOff x="2556000" y="1872000"/>
              <a:chExt cx="1728000" cy="432000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3CEA82E9-9925-012A-E264-020720233BFC}"/>
                  </a:ext>
                </a:extLst>
              </p:cNvPr>
              <p:cNvGrpSpPr/>
              <p:nvPr/>
            </p:nvGrpSpPr>
            <p:grpSpPr>
              <a:xfrm>
                <a:off x="2628000" y="1944000"/>
                <a:ext cx="1584000" cy="288000"/>
                <a:chOff x="468000" y="1944000"/>
                <a:chExt cx="1584000" cy="288000"/>
              </a:xfrm>
            </p:grpSpPr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C1814ADF-4FCE-9DF1-E286-D98681850581}"/>
                    </a:ext>
                  </a:extLst>
                </p:cNvPr>
                <p:cNvSpPr/>
                <p:nvPr/>
              </p:nvSpPr>
              <p:spPr>
                <a:xfrm>
                  <a:off x="468000" y="1944000"/>
                  <a:ext cx="288000" cy="288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6C93324-AB2F-5021-CDA0-B300B6CAAEA6}"/>
                    </a:ext>
                  </a:extLst>
                </p:cNvPr>
                <p:cNvSpPr/>
                <p:nvPr/>
              </p:nvSpPr>
              <p:spPr>
                <a:xfrm>
                  <a:off x="828000" y="1944000"/>
                  <a:ext cx="1224000" cy="28800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Conflict Zone</a:t>
                  </a:r>
                </a:p>
              </p:txBody>
            </p:sp>
          </p:grp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08DD1D6-0F59-C6AB-3A99-414098A24B2D}"/>
                  </a:ext>
                </a:extLst>
              </p:cNvPr>
              <p:cNvSpPr/>
              <p:nvPr/>
            </p:nvSpPr>
            <p:spPr>
              <a:xfrm>
                <a:off x="2556000" y="1872000"/>
                <a:ext cx="1728000" cy="432000"/>
              </a:xfrm>
              <a:prstGeom prst="rect">
                <a:avLst/>
              </a:prstGeom>
              <a:noFill/>
              <a:ln w="190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48" name="TextBox 147">
            <a:extLst>
              <a:ext uri="{FF2B5EF4-FFF2-40B4-BE49-F238E27FC236}">
                <a16:creationId xmlns:a16="http://schemas.microsoft.com/office/drawing/2014/main" id="{11F20215-59A7-4045-8779-DC5E0CA27326}"/>
              </a:ext>
            </a:extLst>
          </p:cNvPr>
          <p:cNvSpPr txBox="1"/>
          <p:nvPr/>
        </p:nvSpPr>
        <p:spPr>
          <a:xfrm>
            <a:off x="144000" y="4919361"/>
            <a:ext cx="8136000" cy="1692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Y.-T</a:t>
            </a:r>
            <a:r>
              <a:rPr lang="en-US" sz="11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Lin et al., "Graph-based modeling, scheduling, and verification for intersection management of intelligent vehicles," 2019.</a:t>
            </a:r>
            <a:endParaRPr lang="en-TW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1058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64F1B-491E-46D8-AD43-208730A4F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TW" dirty="0"/>
              <a:t>Graph-Based Intersection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23225-6FC5-4622-864F-52136F9F3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Timing Conflict Graph (TCG)</a:t>
            </a:r>
          </a:p>
          <a:p>
            <a:pPr lvl="1"/>
            <a:r>
              <a:rPr lang="en-US" altLang="zh-TW" dirty="0"/>
              <a:t>Type-1 Edge: same vehicle's trajectory</a:t>
            </a:r>
          </a:p>
          <a:p>
            <a:pPr lvl="1"/>
            <a:r>
              <a:rPr lang="en-US" altLang="zh-TW" dirty="0"/>
              <a:t>Type-2 Edge: conflicts between different vehicles from the same lane</a:t>
            </a:r>
          </a:p>
          <a:p>
            <a:pPr lvl="1"/>
            <a:r>
              <a:rPr lang="en-US" altLang="zh-TW" dirty="0"/>
              <a:t>Type-3 Edge: conflicts between different vehicles from different lanes </a:t>
            </a:r>
          </a:p>
          <a:p>
            <a:pPr marL="0" indent="0">
              <a:buNone/>
            </a:pPr>
            <a:endParaRPr lang="en-US" altLang="zh-T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A2158-96B0-4ECD-BEF5-DCC814922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6BB42ED-0428-F349-A1E9-DBFAF59858C6}" type="slidenum">
              <a:rPr lang="en-US" smtClean="0"/>
              <a:pPr/>
              <a:t>9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06E6E2C-81E0-BD5A-2372-9EF8A3D2EB69}"/>
              </a:ext>
            </a:extLst>
          </p:cNvPr>
          <p:cNvGrpSpPr/>
          <p:nvPr/>
        </p:nvGrpSpPr>
        <p:grpSpPr>
          <a:xfrm>
            <a:off x="1224000" y="2736000"/>
            <a:ext cx="2160000" cy="1656000"/>
            <a:chOff x="1296000" y="2988000"/>
            <a:chExt cx="2160000" cy="165600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EC73C7A-A5E0-31DF-C82C-81E4D2CD5082}"/>
                </a:ext>
              </a:extLst>
            </p:cNvPr>
            <p:cNvGrpSpPr/>
            <p:nvPr/>
          </p:nvGrpSpPr>
          <p:grpSpPr>
            <a:xfrm>
              <a:off x="1296000" y="2988000"/>
              <a:ext cx="2160000" cy="1584000"/>
              <a:chOff x="1296000" y="216000"/>
              <a:chExt cx="2160000" cy="1584000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3BF99D76-C8FF-A576-44E2-73225618DAAD}"/>
                  </a:ext>
                </a:extLst>
              </p:cNvPr>
              <p:cNvGrpSpPr/>
              <p:nvPr/>
            </p:nvGrpSpPr>
            <p:grpSpPr>
              <a:xfrm>
                <a:off x="1296000" y="216000"/>
                <a:ext cx="2160000" cy="1584000"/>
                <a:chOff x="-216000" y="216000"/>
                <a:chExt cx="2160000" cy="1584000"/>
              </a:xfrm>
            </p:grpSpPr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10072E33-0664-754D-621B-B16E3A6641CB}"/>
                    </a:ext>
                  </a:extLst>
                </p:cNvPr>
                <p:cNvCxnSpPr/>
                <p:nvPr/>
              </p:nvCxnSpPr>
              <p:spPr>
                <a:xfrm>
                  <a:off x="-216000" y="648000"/>
                  <a:ext cx="864000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85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964DAEDD-4687-014E-B627-7C01FAE095F5}"/>
                    </a:ext>
                  </a:extLst>
                </p:cNvPr>
                <p:cNvCxnSpPr/>
                <p:nvPr/>
              </p:nvCxnSpPr>
              <p:spPr>
                <a:xfrm>
                  <a:off x="648000" y="216000"/>
                  <a:ext cx="0" cy="432000"/>
                </a:xfrm>
                <a:prstGeom prst="line">
                  <a:avLst/>
                </a:prstGeom>
                <a:ln w="19050">
                  <a:solidFill>
                    <a:schemeClr val="bg1">
                      <a:lumMod val="85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0EF2D529-858A-5921-BF7F-B67F6786573F}"/>
                    </a:ext>
                  </a:extLst>
                </p:cNvPr>
                <p:cNvCxnSpPr/>
                <p:nvPr/>
              </p:nvCxnSpPr>
              <p:spPr>
                <a:xfrm>
                  <a:off x="1080000" y="216000"/>
                  <a:ext cx="0" cy="432000"/>
                </a:xfrm>
                <a:prstGeom prst="line">
                  <a:avLst/>
                </a:prstGeom>
                <a:ln w="19050">
                  <a:solidFill>
                    <a:schemeClr val="bg1">
                      <a:lumMod val="85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F0104318-A3A7-9490-FF30-78227E3DA950}"/>
                    </a:ext>
                  </a:extLst>
                </p:cNvPr>
                <p:cNvCxnSpPr/>
                <p:nvPr/>
              </p:nvCxnSpPr>
              <p:spPr>
                <a:xfrm>
                  <a:off x="1512000" y="216000"/>
                  <a:ext cx="0" cy="432000"/>
                </a:xfrm>
                <a:prstGeom prst="line">
                  <a:avLst/>
                </a:prstGeom>
                <a:ln w="19050">
                  <a:solidFill>
                    <a:schemeClr val="bg1">
                      <a:lumMod val="85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CB83E254-2A59-A8E9-C9E0-91531F691EF2}"/>
                    </a:ext>
                  </a:extLst>
                </p:cNvPr>
                <p:cNvCxnSpPr/>
                <p:nvPr/>
              </p:nvCxnSpPr>
              <p:spPr>
                <a:xfrm>
                  <a:off x="1512000" y="648000"/>
                  <a:ext cx="432000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85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90C00DEF-CAC4-F1BE-CE05-BF0EDA04E037}"/>
                    </a:ext>
                  </a:extLst>
                </p:cNvPr>
                <p:cNvCxnSpPr/>
                <p:nvPr/>
              </p:nvCxnSpPr>
              <p:spPr>
                <a:xfrm>
                  <a:off x="-216000" y="1080000"/>
                  <a:ext cx="864000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85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A0C3CABC-0F95-F997-CA00-E7E7BCEC44E3}"/>
                    </a:ext>
                  </a:extLst>
                </p:cNvPr>
                <p:cNvCxnSpPr/>
                <p:nvPr/>
              </p:nvCxnSpPr>
              <p:spPr>
                <a:xfrm>
                  <a:off x="-216000" y="1512000"/>
                  <a:ext cx="864000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85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D8041E05-329B-73FA-C119-74EF8D86C4FF}"/>
                    </a:ext>
                  </a:extLst>
                </p:cNvPr>
                <p:cNvCxnSpPr/>
                <p:nvPr/>
              </p:nvCxnSpPr>
              <p:spPr>
                <a:xfrm>
                  <a:off x="648000" y="1512000"/>
                  <a:ext cx="0" cy="288000"/>
                </a:xfrm>
                <a:prstGeom prst="line">
                  <a:avLst/>
                </a:prstGeom>
                <a:ln w="19050">
                  <a:solidFill>
                    <a:schemeClr val="bg1">
                      <a:lumMod val="85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93A458DA-867C-2897-4707-C158F7F97DE7}"/>
                    </a:ext>
                  </a:extLst>
                </p:cNvPr>
                <p:cNvCxnSpPr/>
                <p:nvPr/>
              </p:nvCxnSpPr>
              <p:spPr>
                <a:xfrm>
                  <a:off x="1080000" y="1512000"/>
                  <a:ext cx="0" cy="288000"/>
                </a:xfrm>
                <a:prstGeom prst="line">
                  <a:avLst/>
                </a:prstGeom>
                <a:ln w="19050">
                  <a:solidFill>
                    <a:schemeClr val="bg1">
                      <a:lumMod val="85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7C437C93-F3B1-85C7-9179-20612FCBF7D6}"/>
                    </a:ext>
                  </a:extLst>
                </p:cNvPr>
                <p:cNvCxnSpPr/>
                <p:nvPr/>
              </p:nvCxnSpPr>
              <p:spPr>
                <a:xfrm>
                  <a:off x="1512000" y="1512000"/>
                  <a:ext cx="0" cy="288000"/>
                </a:xfrm>
                <a:prstGeom prst="line">
                  <a:avLst/>
                </a:prstGeom>
                <a:ln w="19050">
                  <a:solidFill>
                    <a:schemeClr val="bg1">
                      <a:lumMod val="85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9A587F93-6DBD-D76D-F454-CF2310944EED}"/>
                    </a:ext>
                  </a:extLst>
                </p:cNvPr>
                <p:cNvCxnSpPr/>
                <p:nvPr/>
              </p:nvCxnSpPr>
              <p:spPr>
                <a:xfrm>
                  <a:off x="1512000" y="1080000"/>
                  <a:ext cx="432000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85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6F8724D6-6605-F845-9CE9-2C683397192D}"/>
                    </a:ext>
                  </a:extLst>
                </p:cNvPr>
                <p:cNvCxnSpPr/>
                <p:nvPr/>
              </p:nvCxnSpPr>
              <p:spPr>
                <a:xfrm>
                  <a:off x="1512000" y="1512000"/>
                  <a:ext cx="432000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85000"/>
                    </a:schemeClr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8EE3CDA-612A-62EE-F472-7ACFB5E0EBBA}"/>
                  </a:ext>
                </a:extLst>
              </p:cNvPr>
              <p:cNvSpPr/>
              <p:nvPr/>
            </p:nvSpPr>
            <p:spPr>
              <a:xfrm>
                <a:off x="2160000" y="648000"/>
                <a:ext cx="432000" cy="432000"/>
              </a:xfrm>
              <a:prstGeom prst="rect">
                <a:avLst/>
              </a:prstGeom>
              <a:solidFill>
                <a:srgbClr val="FFFFCC"/>
              </a:solidFill>
              <a:ln w="12700"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18000" bIns="252000" rtlCol="0" anchor="ctr" anchorCtr="0"/>
              <a:lstStyle/>
              <a:p>
                <a:pPr algn="r"/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95C3660-3D27-6CFC-FC69-6FCE77CF6A45}"/>
                  </a:ext>
                </a:extLst>
              </p:cNvPr>
              <p:cNvSpPr/>
              <p:nvPr/>
            </p:nvSpPr>
            <p:spPr>
              <a:xfrm>
                <a:off x="2160000" y="1080000"/>
                <a:ext cx="432000" cy="432000"/>
              </a:xfrm>
              <a:prstGeom prst="rect">
                <a:avLst/>
              </a:prstGeom>
              <a:solidFill>
                <a:srgbClr val="FFFFCC"/>
              </a:solidFill>
              <a:ln w="12700"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18000" bIns="252000" rtlCol="0" anchor="ctr" anchorCtr="0"/>
              <a:lstStyle/>
              <a:p>
                <a:pPr algn="r"/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424B3E8-D7AD-CA9D-40B5-8C5FBEBFCDA0}"/>
                  </a:ext>
                </a:extLst>
              </p:cNvPr>
              <p:cNvSpPr/>
              <p:nvPr/>
            </p:nvSpPr>
            <p:spPr>
              <a:xfrm>
                <a:off x="2592000" y="1080000"/>
                <a:ext cx="432000" cy="432000"/>
              </a:xfrm>
              <a:prstGeom prst="rect">
                <a:avLst/>
              </a:prstGeom>
              <a:solidFill>
                <a:srgbClr val="FFFFCC"/>
              </a:solidFill>
              <a:ln w="12700"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18000" bIns="252000" rtlCol="0" anchor="ctr" anchorCtr="0"/>
              <a:lstStyle/>
              <a:p>
                <a:pPr algn="r"/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D8CCD62-EA06-86CC-2A03-FFB6E5D7AD69}"/>
                  </a:ext>
                </a:extLst>
              </p:cNvPr>
              <p:cNvSpPr/>
              <p:nvPr/>
            </p:nvSpPr>
            <p:spPr>
              <a:xfrm>
                <a:off x="2592000" y="648000"/>
                <a:ext cx="432000" cy="432000"/>
              </a:xfrm>
              <a:prstGeom prst="rect">
                <a:avLst/>
              </a:prstGeom>
              <a:solidFill>
                <a:srgbClr val="FFFFCC"/>
              </a:solidFill>
              <a:ln w="12700"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18000" bIns="252000" rtlCol="0" anchor="ctr" anchorCtr="0"/>
              <a:lstStyle/>
              <a:p>
                <a:pPr algn="r"/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6F85CD9-6225-1BB9-8CEA-E4CAF6CC78EB}"/>
                </a:ext>
              </a:extLst>
            </p:cNvPr>
            <p:cNvSpPr/>
            <p:nvPr/>
          </p:nvSpPr>
          <p:spPr>
            <a:xfrm>
              <a:off x="2268000" y="2988000"/>
              <a:ext cx="216000" cy="288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5FF35F4-FAF5-0A23-277C-3FDBB6BEEE0A}"/>
                </a:ext>
              </a:extLst>
            </p:cNvPr>
            <p:cNvSpPr/>
            <p:nvPr/>
          </p:nvSpPr>
          <p:spPr>
            <a:xfrm>
              <a:off x="1728000" y="3960000"/>
              <a:ext cx="288000" cy="216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FC0BF37-523A-72B4-5C61-11570DAA781E}"/>
                </a:ext>
              </a:extLst>
            </p:cNvPr>
            <p:cNvSpPr/>
            <p:nvPr/>
          </p:nvSpPr>
          <p:spPr>
            <a:xfrm>
              <a:off x="1296000" y="4032000"/>
              <a:ext cx="288000" cy="216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430723A-1366-2E6B-CF44-110FC55711E8}"/>
                </a:ext>
              </a:extLst>
            </p:cNvPr>
            <p:cNvSpPr/>
            <p:nvPr/>
          </p:nvSpPr>
          <p:spPr>
            <a:xfrm>
              <a:off x="3168000" y="3528000"/>
              <a:ext cx="288000" cy="216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40CE6EB-D91E-87EE-B2DF-70B9C25BB7E0}"/>
                </a:ext>
              </a:extLst>
            </p:cNvPr>
            <p:cNvCxnSpPr/>
            <p:nvPr/>
          </p:nvCxnSpPr>
          <p:spPr>
            <a:xfrm flipH="1">
              <a:off x="2016000" y="3636000"/>
              <a:ext cx="1152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C4DA5B2B-5B89-3BDE-10CF-F221D17B286D}"/>
                </a:ext>
              </a:extLst>
            </p:cNvPr>
            <p:cNvCxnSpPr/>
            <p:nvPr/>
          </p:nvCxnSpPr>
          <p:spPr>
            <a:xfrm>
              <a:off x="2376000" y="3276000"/>
              <a:ext cx="0" cy="115200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11D7C21-9E47-284D-975D-A148A23E6378}"/>
                </a:ext>
              </a:extLst>
            </p:cNvPr>
            <p:cNvCxnSpPr/>
            <p:nvPr/>
          </p:nvCxnSpPr>
          <p:spPr>
            <a:xfrm flipH="1" flipV="1">
              <a:off x="2808000" y="3276000"/>
              <a:ext cx="0" cy="50400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547D127-6C64-8DF0-03D0-0D5475F0AE54}"/>
                </a:ext>
              </a:extLst>
            </p:cNvPr>
            <p:cNvCxnSpPr/>
            <p:nvPr/>
          </p:nvCxnSpPr>
          <p:spPr>
            <a:xfrm>
              <a:off x="2016000" y="4068000"/>
              <a:ext cx="504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B88B80A2-8DFE-512E-7E72-B702AB641570}"/>
                </a:ext>
              </a:extLst>
            </p:cNvPr>
            <p:cNvSpPr/>
            <p:nvPr/>
          </p:nvSpPr>
          <p:spPr>
            <a:xfrm>
              <a:off x="2196000" y="3456000"/>
              <a:ext cx="612000" cy="612000"/>
            </a:xfrm>
            <a:prstGeom prst="arc">
              <a:avLst>
                <a:gd name="adj1" fmla="val 21553819"/>
                <a:gd name="adj2" fmla="val 5411647"/>
              </a:avLst>
            </a:prstGeom>
            <a:ln w="1905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1B146B1-A53F-0971-298B-9DFBAE19B559}"/>
                </a:ext>
              </a:extLst>
            </p:cNvPr>
            <p:cNvCxnSpPr/>
            <p:nvPr/>
          </p:nvCxnSpPr>
          <p:spPr>
            <a:xfrm>
              <a:off x="1584000" y="4212000"/>
              <a:ext cx="468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D2FA52A2-F24E-6CF9-56DE-4F19568474AB}"/>
                </a:ext>
              </a:extLst>
            </p:cNvPr>
            <p:cNvSpPr/>
            <p:nvPr/>
          </p:nvSpPr>
          <p:spPr>
            <a:xfrm>
              <a:off x="1836000" y="4212000"/>
              <a:ext cx="432000" cy="432000"/>
            </a:xfrm>
            <a:prstGeom prst="arc">
              <a:avLst>
                <a:gd name="adj1" fmla="val 16163289"/>
                <a:gd name="adj2" fmla="val 103256"/>
              </a:avLst>
            </a:prstGeom>
            <a:ln w="19050">
              <a:solidFill>
                <a:schemeClr val="tx1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27A1683-4F90-FF3A-88F8-19AE7E3E27ED}"/>
              </a:ext>
            </a:extLst>
          </p:cNvPr>
          <p:cNvGrpSpPr>
            <a:grpSpLocks noChangeAspect="1"/>
          </p:cNvGrpSpPr>
          <p:nvPr/>
        </p:nvGrpSpPr>
        <p:grpSpPr>
          <a:xfrm>
            <a:off x="4032000" y="2952000"/>
            <a:ext cx="4104000" cy="1224000"/>
            <a:chOff x="3744000" y="3204000"/>
            <a:chExt cx="4104000" cy="122400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F477816-EA83-4D6B-CB86-3B7DB0517E9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44000" y="3204000"/>
              <a:ext cx="2808000" cy="1224000"/>
              <a:chOff x="3744000" y="3204000"/>
              <a:chExt cx="2808000" cy="1224000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C83CE070-22DD-5000-8621-FE8E36D1FA9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4000" y="3204000"/>
                <a:ext cx="432000" cy="432000"/>
              </a:xfrm>
              <a:prstGeom prst="ellipse">
                <a:avLst/>
              </a:prstGeom>
              <a:solidFill>
                <a:srgbClr val="FFFFCC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1,A</a:t>
                </a: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4C156826-33DF-E85E-F4AE-5B45910BD95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536000" y="3204000"/>
                <a:ext cx="432000" cy="432000"/>
              </a:xfrm>
              <a:prstGeom prst="ellipse">
                <a:avLst/>
              </a:prstGeom>
              <a:solidFill>
                <a:srgbClr val="FFFFCC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1,B</a:t>
                </a: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E236BCDD-D064-C66E-53F4-2100DE40DE3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28000" y="3204000"/>
                <a:ext cx="432000" cy="432000"/>
              </a:xfrm>
              <a:prstGeom prst="ellipse">
                <a:avLst/>
              </a:prstGeom>
              <a:solidFill>
                <a:srgbClr val="FFFFCC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1,C</a:t>
                </a: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9BE0BAE3-300E-D5E1-0BE3-A25A80F6605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4000" y="3996000"/>
                <a:ext cx="432000" cy="432000"/>
              </a:xfrm>
              <a:prstGeom prst="ellipse">
                <a:avLst/>
              </a:prstGeom>
              <a:solidFill>
                <a:srgbClr val="FFFFCC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2,A</a:t>
                </a:r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77513263-69B0-D776-5679-9C9A03A7C33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120000" y="3204000"/>
                <a:ext cx="432000" cy="432000"/>
              </a:xfrm>
              <a:prstGeom prst="ellipse">
                <a:avLst/>
              </a:prstGeom>
              <a:solidFill>
                <a:srgbClr val="FFFFCC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3,C</a:t>
                </a: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3E4DCC33-659A-74B7-A19C-58B970973D1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120000" y="3996000"/>
                <a:ext cx="432000" cy="432000"/>
              </a:xfrm>
              <a:prstGeom prst="ellipse">
                <a:avLst/>
              </a:prstGeom>
              <a:solidFill>
                <a:srgbClr val="FFFFCC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3,D</a:t>
                </a: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A59C31AE-3362-A1CC-9B2B-E6A9FEEDBA0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28000" y="3996000"/>
                <a:ext cx="432000" cy="432000"/>
              </a:xfrm>
              <a:prstGeom prst="ellipse">
                <a:avLst/>
              </a:prstGeom>
              <a:solidFill>
                <a:srgbClr val="FFFFCC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4,D</a:t>
                </a: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C204CDE7-6931-7A8D-7562-3A215001144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536000" y="3996000"/>
                <a:ext cx="432000" cy="432000"/>
              </a:xfrm>
              <a:prstGeom prst="ellipse">
                <a:avLst/>
              </a:prstGeom>
              <a:solidFill>
                <a:srgbClr val="FFFFCC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4,A</a:t>
                </a:r>
              </a:p>
            </p:txBody>
          </p:sp>
        </p:grp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48CC006-058A-880F-C90B-E210C6C9613B}"/>
                </a:ext>
              </a:extLst>
            </p:cNvPr>
            <p:cNvSpPr/>
            <p:nvPr/>
          </p:nvSpPr>
          <p:spPr>
            <a:xfrm>
              <a:off x="6732000" y="3384000"/>
              <a:ext cx="1116000" cy="864000"/>
            </a:xfrm>
            <a:prstGeom prst="rect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11924E9-5900-9E5C-39E4-BB1E65F8D466}"/>
                </a:ext>
              </a:extLst>
            </p:cNvPr>
            <p:cNvGrpSpPr/>
            <p:nvPr/>
          </p:nvGrpSpPr>
          <p:grpSpPr>
            <a:xfrm>
              <a:off x="4176000" y="3420000"/>
              <a:ext cx="3636000" cy="792000"/>
              <a:chOff x="4176000" y="3420000"/>
              <a:chExt cx="3636000" cy="792000"/>
            </a:xfrm>
          </p:grpSpPr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ADEC6CB4-EBB4-B1EE-B1D9-BFFB43A1718F}"/>
                  </a:ext>
                </a:extLst>
              </p:cNvPr>
              <p:cNvCxnSpPr>
                <a:stCxn id="57" idx="6"/>
                <a:endCxn id="58" idx="2"/>
              </p:cNvCxnSpPr>
              <p:nvPr/>
            </p:nvCxnSpPr>
            <p:spPr>
              <a:xfrm>
                <a:off x="4176000" y="3420000"/>
                <a:ext cx="360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olid"/>
                <a:headEnd type="none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3A26A9A-AFF0-BC0D-7C91-906310524277}"/>
                  </a:ext>
                </a:extLst>
              </p:cNvPr>
              <p:cNvCxnSpPr>
                <a:stCxn id="58" idx="6"/>
                <a:endCxn id="59" idx="2"/>
              </p:cNvCxnSpPr>
              <p:nvPr/>
            </p:nvCxnSpPr>
            <p:spPr>
              <a:xfrm>
                <a:off x="4968000" y="3420000"/>
                <a:ext cx="360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olid"/>
                <a:headEnd type="none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CF084E85-5243-1B95-CFB3-F10845E847E4}"/>
                  </a:ext>
                </a:extLst>
              </p:cNvPr>
              <p:cNvCxnSpPr>
                <a:stCxn id="61" idx="4"/>
                <a:endCxn id="62" idx="0"/>
              </p:cNvCxnSpPr>
              <p:nvPr/>
            </p:nvCxnSpPr>
            <p:spPr>
              <a:xfrm>
                <a:off x="6336000" y="3636000"/>
                <a:ext cx="0" cy="36000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olid"/>
                <a:headEnd type="none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11EDEF2F-22D7-EE24-0FD4-CEFB07F313A2}"/>
                  </a:ext>
                </a:extLst>
              </p:cNvPr>
              <p:cNvCxnSpPr>
                <a:stCxn id="63" idx="2"/>
                <a:endCxn id="64" idx="6"/>
              </p:cNvCxnSpPr>
              <p:nvPr/>
            </p:nvCxnSpPr>
            <p:spPr>
              <a:xfrm flipH="1">
                <a:off x="4968000" y="4212000"/>
                <a:ext cx="360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olid"/>
                <a:headEnd type="none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C12CD2F0-D7C8-3D2D-1396-83903923DC57}"/>
                  </a:ext>
                </a:extLst>
              </p:cNvPr>
              <p:cNvCxnSpPr/>
              <p:nvPr/>
            </p:nvCxnSpPr>
            <p:spPr>
              <a:xfrm>
                <a:off x="6804000" y="3528000"/>
                <a:ext cx="288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olid"/>
                <a:headEnd type="none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F03AB8FD-C06C-A3DE-D6DE-5DA2C8C31D58}"/>
                  </a:ext>
                </a:extLst>
              </p:cNvPr>
              <p:cNvSpPr/>
              <p:nvPr/>
            </p:nvSpPr>
            <p:spPr>
              <a:xfrm>
                <a:off x="7164000" y="3420000"/>
                <a:ext cx="648000" cy="216000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Type-1</a:t>
                </a:r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ACF135E8-1613-CC28-B0E1-D2A92E283098}"/>
                </a:ext>
              </a:extLst>
            </p:cNvPr>
            <p:cNvGrpSpPr/>
            <p:nvPr/>
          </p:nvGrpSpPr>
          <p:grpSpPr>
            <a:xfrm>
              <a:off x="3807265" y="3572735"/>
              <a:ext cx="4004735" cy="486530"/>
              <a:chOff x="3807265" y="3572735"/>
              <a:chExt cx="4004735" cy="486530"/>
            </a:xfrm>
          </p:grpSpPr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52C1B2CE-C699-2585-D675-A9B38B34C9A5}"/>
                  </a:ext>
                </a:extLst>
              </p:cNvPr>
              <p:cNvCxnSpPr>
                <a:stCxn id="57" idx="3"/>
                <a:endCxn id="60" idx="1"/>
              </p:cNvCxnSpPr>
              <p:nvPr/>
            </p:nvCxnSpPr>
            <p:spPr>
              <a:xfrm>
                <a:off x="3807265" y="3572735"/>
                <a:ext cx="0" cy="48653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ash"/>
                <a:headEnd type="none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6F4C6822-15EF-6536-2949-43A092F19259}"/>
                  </a:ext>
                </a:extLst>
              </p:cNvPr>
              <p:cNvCxnSpPr/>
              <p:nvPr/>
            </p:nvCxnSpPr>
            <p:spPr>
              <a:xfrm>
                <a:off x="6804000" y="3816000"/>
                <a:ext cx="288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ash"/>
                <a:headEnd type="none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44533633-8998-5712-DA67-F41590D0F5B0}"/>
                  </a:ext>
                </a:extLst>
              </p:cNvPr>
              <p:cNvSpPr/>
              <p:nvPr/>
            </p:nvSpPr>
            <p:spPr>
              <a:xfrm>
                <a:off x="7164000" y="3708000"/>
                <a:ext cx="648000" cy="216000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Type-2</a:t>
                </a: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86B35BB0-FD89-58B3-B0C0-23D8C264DDAE}"/>
                </a:ext>
              </a:extLst>
            </p:cNvPr>
            <p:cNvGrpSpPr/>
            <p:nvPr/>
          </p:nvGrpSpPr>
          <p:grpSpPr>
            <a:xfrm>
              <a:off x="3960000" y="3267265"/>
              <a:ext cx="3852000" cy="1097470"/>
              <a:chOff x="3960000" y="3267265"/>
              <a:chExt cx="3852000" cy="1097470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904F539E-0E91-D618-B437-61F362E2B277}"/>
                  </a:ext>
                </a:extLst>
              </p:cNvPr>
              <p:cNvCxnSpPr>
                <a:stCxn id="64" idx="2"/>
                <a:endCxn id="60" idx="6"/>
              </p:cNvCxnSpPr>
              <p:nvPr/>
            </p:nvCxnSpPr>
            <p:spPr>
              <a:xfrm flipH="1">
                <a:off x="4176000" y="4212000"/>
                <a:ext cx="360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ot"/>
                <a:headEnd type="none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A6C6BB30-81FB-8DE5-FAB9-05D81935B398}"/>
                  </a:ext>
                </a:extLst>
              </p:cNvPr>
              <p:cNvCxnSpPr>
                <a:stCxn id="57" idx="4"/>
                <a:endCxn id="64" idx="1"/>
              </p:cNvCxnSpPr>
              <p:nvPr/>
            </p:nvCxnSpPr>
            <p:spPr>
              <a:xfrm>
                <a:off x="3960000" y="3636000"/>
                <a:ext cx="639265" cy="423265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ot"/>
                <a:headEnd type="none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7E13FE17-CD0C-F83F-0E10-A546DAAA0ED9}"/>
                  </a:ext>
                </a:extLst>
              </p:cNvPr>
              <p:cNvCxnSpPr>
                <a:stCxn id="64" idx="0"/>
                <a:endCxn id="57" idx="5"/>
              </p:cNvCxnSpPr>
              <p:nvPr/>
            </p:nvCxnSpPr>
            <p:spPr>
              <a:xfrm flipH="1" flipV="1">
                <a:off x="4112735" y="3572735"/>
                <a:ext cx="639265" cy="423265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ot"/>
                <a:headEnd type="none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46F8F099-3649-DCFB-467A-188D784AA680}"/>
                  </a:ext>
                </a:extLst>
              </p:cNvPr>
              <p:cNvCxnSpPr>
                <a:stCxn id="59" idx="6"/>
                <a:endCxn id="61" idx="2"/>
              </p:cNvCxnSpPr>
              <p:nvPr/>
            </p:nvCxnSpPr>
            <p:spPr>
              <a:xfrm>
                <a:off x="5760000" y="3420000"/>
                <a:ext cx="360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ot"/>
                <a:headEnd type="none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D547C1AD-9961-8B91-0BBC-E8A5CBF45275}"/>
                  </a:ext>
                </a:extLst>
              </p:cNvPr>
              <p:cNvCxnSpPr>
                <a:stCxn id="61" idx="1"/>
                <a:endCxn id="59" idx="7"/>
              </p:cNvCxnSpPr>
              <p:nvPr/>
            </p:nvCxnSpPr>
            <p:spPr>
              <a:xfrm flipH="1">
                <a:off x="5696735" y="3267265"/>
                <a:ext cx="48653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ot"/>
                <a:headEnd type="none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B93CEFF1-C19F-D650-F250-D009D89E2DE3}"/>
                  </a:ext>
                </a:extLst>
              </p:cNvPr>
              <p:cNvCxnSpPr>
                <a:stCxn id="63" idx="5"/>
                <a:endCxn id="62" idx="3"/>
              </p:cNvCxnSpPr>
              <p:nvPr/>
            </p:nvCxnSpPr>
            <p:spPr>
              <a:xfrm>
                <a:off x="5696735" y="4364735"/>
                <a:ext cx="48653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ot"/>
                <a:headEnd type="none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86DE9272-5F7A-61D8-B7E0-C25EF3262858}"/>
                  </a:ext>
                </a:extLst>
              </p:cNvPr>
              <p:cNvCxnSpPr>
                <a:stCxn id="62" idx="2"/>
                <a:endCxn id="63" idx="6"/>
              </p:cNvCxnSpPr>
              <p:nvPr/>
            </p:nvCxnSpPr>
            <p:spPr>
              <a:xfrm flipH="1">
                <a:off x="5760000" y="4212000"/>
                <a:ext cx="360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ot"/>
                <a:headEnd type="none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F667559B-EF57-4BAB-2C78-9DC480CB559E}"/>
                  </a:ext>
                </a:extLst>
              </p:cNvPr>
              <p:cNvCxnSpPr>
                <a:stCxn id="60" idx="5"/>
                <a:endCxn id="64" idx="3"/>
              </p:cNvCxnSpPr>
              <p:nvPr/>
            </p:nvCxnSpPr>
            <p:spPr>
              <a:xfrm>
                <a:off x="4112735" y="4364735"/>
                <a:ext cx="48653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ot"/>
                <a:headEnd type="none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0F4C597B-F64C-F12F-C999-61EC464D89A1}"/>
                  </a:ext>
                </a:extLst>
              </p:cNvPr>
              <p:cNvCxnSpPr/>
              <p:nvPr/>
            </p:nvCxnSpPr>
            <p:spPr>
              <a:xfrm>
                <a:off x="6804000" y="4104000"/>
                <a:ext cx="288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ot"/>
                <a:headEnd type="none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5FE207B2-DEA6-A189-BBD8-310E7FF58D47}"/>
                  </a:ext>
                </a:extLst>
              </p:cNvPr>
              <p:cNvSpPr/>
              <p:nvPr/>
            </p:nvSpPr>
            <p:spPr>
              <a:xfrm>
                <a:off x="7164000" y="3996000"/>
                <a:ext cx="648000" cy="216000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Type-3</a:t>
                </a:r>
              </a:p>
            </p:txBody>
          </p:sp>
        </p:grp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B89C1F39-0631-4565-B864-8452C3FF910C}"/>
              </a:ext>
            </a:extLst>
          </p:cNvPr>
          <p:cNvSpPr txBox="1"/>
          <p:nvPr/>
        </p:nvSpPr>
        <p:spPr>
          <a:xfrm>
            <a:off x="144000" y="4919361"/>
            <a:ext cx="8136000" cy="1692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Y.-T</a:t>
            </a:r>
            <a:r>
              <a:rPr lang="en-US" sz="11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Lin et al., "Graph-based modeling, scheduling, and verification for intersection management of intelligent vehicles," 2019.</a:t>
            </a:r>
            <a:endParaRPr lang="en-TW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089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5F801-2A6D-4E9F-8635-ACCF3298C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TW" dirty="0"/>
              <a:t>Job Shop Scheduling Problem (JSSP)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96041-7482-4E38-B6E2-E725A9450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a</a:t>
            </a:r>
            <a:r>
              <a:rPr lang="en-TW" dirty="0"/>
              <a:t> JSSP instance with 3 jobs and 3 machines, and one of its possible solutions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841B4-34B0-4565-A0CC-1C7CE956B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6BB42ED-0428-F349-A1E9-DBFAF59858C6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8CE09A-387B-4EA7-91D3-BE5272AF9336}"/>
              </a:ext>
            </a:extLst>
          </p:cNvPr>
          <p:cNvGrpSpPr/>
          <p:nvPr/>
        </p:nvGrpSpPr>
        <p:grpSpPr>
          <a:xfrm>
            <a:off x="4248000" y="1872000"/>
            <a:ext cx="4428000" cy="2232000"/>
            <a:chOff x="4320000" y="1296000"/>
            <a:chExt cx="4428000" cy="22320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593737B-9D20-493D-BF9E-2A16309E090E}"/>
                </a:ext>
              </a:extLst>
            </p:cNvPr>
            <p:cNvGrpSpPr/>
            <p:nvPr/>
          </p:nvGrpSpPr>
          <p:grpSpPr>
            <a:xfrm>
              <a:off x="4788000" y="2016000"/>
              <a:ext cx="3960000" cy="1512000"/>
              <a:chOff x="4772892" y="2004345"/>
              <a:chExt cx="3960000" cy="1512000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12A8FEC3-A94E-4949-9461-57A90CBDE0EF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>
                <a:off x="4772892" y="2004345"/>
                <a:ext cx="0" cy="151200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FC75B6B-1B37-465C-8158-EA8FD7825627}"/>
                  </a:ext>
                </a:extLst>
              </p:cNvPr>
              <p:cNvSpPr/>
              <p:nvPr/>
            </p:nvSpPr>
            <p:spPr>
              <a:xfrm>
                <a:off x="4772892" y="2148345"/>
                <a:ext cx="720000" cy="216000"/>
              </a:xfrm>
              <a:prstGeom prst="rect">
                <a:avLst/>
              </a:prstGeom>
              <a:solidFill>
                <a:srgbClr val="FFFFCC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TW" sz="160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2</a:t>
                </a:r>
                <a:r>
                  <a:rPr lang="en-US" sz="1600" dirty="0" err="1">
                    <a:solidFill>
                      <a:schemeClr val="tx1"/>
                    </a:solidFill>
                    <a:latin typeface="Calibri" panose="020F0502020204030204" pitchFamily="34" charset="0"/>
                  </a:rPr>
                  <a:t>hr</a:t>
                </a:r>
                <a:endParaRPr lang="en-TW" sz="1600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A182359-D66F-41DE-B18C-AC5168E1A248}"/>
                  </a:ext>
                </a:extLst>
              </p:cNvPr>
              <p:cNvSpPr/>
              <p:nvPr/>
            </p:nvSpPr>
            <p:spPr>
              <a:xfrm>
                <a:off x="5492892" y="2148345"/>
                <a:ext cx="360000" cy="216000"/>
              </a:xfrm>
              <a:prstGeom prst="rect">
                <a:avLst/>
              </a:prstGeom>
              <a:solidFill>
                <a:srgbClr val="FDEFE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TW" sz="160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1</a:t>
                </a:r>
                <a:r>
                  <a:rPr lang="en-US" sz="1600" dirty="0" err="1">
                    <a:solidFill>
                      <a:schemeClr val="tx1"/>
                    </a:solidFill>
                    <a:latin typeface="Calibri" panose="020F0502020204030204" pitchFamily="34" charset="0"/>
                  </a:rPr>
                  <a:t>hr</a:t>
                </a:r>
                <a:endParaRPr lang="en-TW" sz="1600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F387649-F52D-4300-97FB-9AEE58E285EF}"/>
                  </a:ext>
                </a:extLst>
              </p:cNvPr>
              <p:cNvSpPr/>
              <p:nvPr/>
            </p:nvSpPr>
            <p:spPr>
              <a:xfrm>
                <a:off x="4772892" y="3156345"/>
                <a:ext cx="1800000" cy="21600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TW" sz="160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5</a:t>
                </a:r>
                <a:r>
                  <a:rPr lang="en-US" sz="1600" dirty="0" err="1">
                    <a:solidFill>
                      <a:schemeClr val="tx1"/>
                    </a:solidFill>
                    <a:latin typeface="Calibri" panose="020F0502020204030204" pitchFamily="34" charset="0"/>
                  </a:rPr>
                  <a:t>hr</a:t>
                </a:r>
                <a:endParaRPr lang="en-TW" sz="1600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DA45B8D-0D46-4DA0-B0F3-8EBAB4A83822}"/>
                  </a:ext>
                </a:extLst>
              </p:cNvPr>
              <p:cNvSpPr/>
              <p:nvPr/>
            </p:nvSpPr>
            <p:spPr>
              <a:xfrm>
                <a:off x="5852892" y="2652345"/>
                <a:ext cx="1440000" cy="216000"/>
              </a:xfrm>
              <a:prstGeom prst="rect">
                <a:avLst/>
              </a:prstGeom>
              <a:solidFill>
                <a:srgbClr val="FDEFE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TW" sz="160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4</a:t>
                </a:r>
                <a:r>
                  <a:rPr lang="en-US" sz="1600" dirty="0" err="1">
                    <a:solidFill>
                      <a:schemeClr val="tx1"/>
                    </a:solidFill>
                    <a:latin typeface="Calibri" panose="020F0502020204030204" pitchFamily="34" charset="0"/>
                  </a:rPr>
                  <a:t>hr</a:t>
                </a:r>
                <a:endParaRPr lang="en-TW" sz="1600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D466FBF-E4A5-4518-B4B5-33C2E91A2B2C}"/>
                  </a:ext>
                </a:extLst>
              </p:cNvPr>
              <p:cNvSpPr/>
              <p:nvPr/>
            </p:nvSpPr>
            <p:spPr>
              <a:xfrm>
                <a:off x="6572892" y="3156345"/>
                <a:ext cx="1080000" cy="214160"/>
              </a:xfrm>
              <a:prstGeom prst="rect">
                <a:avLst/>
              </a:prstGeom>
              <a:solidFill>
                <a:srgbClr val="FFFFCC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TW" sz="160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3</a:t>
                </a:r>
                <a:r>
                  <a:rPr lang="en-US" sz="1600" dirty="0" err="1">
                    <a:solidFill>
                      <a:schemeClr val="tx1"/>
                    </a:solidFill>
                    <a:latin typeface="Calibri" panose="020F0502020204030204" pitchFamily="34" charset="0"/>
                  </a:rPr>
                  <a:t>hr</a:t>
                </a:r>
                <a:endParaRPr lang="en-TW" sz="1600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2112EE6-11DD-4E16-A42A-BE224634BB9E}"/>
                  </a:ext>
                </a:extLst>
              </p:cNvPr>
              <p:cNvSpPr/>
              <p:nvPr/>
            </p:nvSpPr>
            <p:spPr>
              <a:xfrm>
                <a:off x="7292892" y="2652345"/>
                <a:ext cx="1080000" cy="216000"/>
              </a:xfrm>
              <a:prstGeom prst="rect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TW" sz="160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3</a:t>
                </a:r>
                <a:r>
                  <a:rPr lang="en-US" sz="1600" dirty="0" err="1">
                    <a:solidFill>
                      <a:schemeClr val="tx1"/>
                    </a:solidFill>
                    <a:latin typeface="Calibri" panose="020F0502020204030204" pitchFamily="34" charset="0"/>
                  </a:rPr>
                  <a:t>hr</a:t>
                </a:r>
                <a:endParaRPr lang="en-TW" sz="1600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DC802D8-494D-405B-8BA1-9255808E30A9}"/>
                  </a:ext>
                </a:extLst>
              </p:cNvPr>
              <p:cNvSpPr/>
              <p:nvPr/>
            </p:nvSpPr>
            <p:spPr>
              <a:xfrm>
                <a:off x="8372892" y="2652345"/>
                <a:ext cx="360000" cy="216000"/>
              </a:xfrm>
              <a:prstGeom prst="rect">
                <a:avLst/>
              </a:prstGeom>
              <a:solidFill>
                <a:srgbClr val="FFFFCC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TW" sz="160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1</a:t>
                </a:r>
                <a:r>
                  <a:rPr lang="en-US" sz="1600" dirty="0" err="1">
                    <a:solidFill>
                      <a:schemeClr val="tx1"/>
                    </a:solidFill>
                    <a:latin typeface="Calibri" panose="020F0502020204030204" pitchFamily="34" charset="0"/>
                  </a:rPr>
                  <a:t>hr</a:t>
                </a:r>
                <a:endParaRPr lang="en-TW" sz="1600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5A348E12-15FF-4DCF-97BB-B8B5C6ACF0D3}"/>
                  </a:ext>
                </a:extLst>
              </p:cNvPr>
              <p:cNvCxnSpPr>
                <a:cxnSpLocks/>
                <a:stCxn id="16" idx="1"/>
                <a:endCxn id="14" idx="3"/>
              </p:cNvCxnSpPr>
              <p:nvPr/>
            </p:nvCxnSpPr>
            <p:spPr>
              <a:xfrm flipV="1">
                <a:off x="5852892" y="2256345"/>
                <a:ext cx="0" cy="50400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AA8F7B9-8018-4F4B-AFEB-30D17B018A62}"/>
                  </a:ext>
                </a:extLst>
              </p:cNvPr>
              <p:cNvSpPr/>
              <p:nvPr/>
            </p:nvSpPr>
            <p:spPr>
              <a:xfrm>
                <a:off x="7292892" y="2148345"/>
                <a:ext cx="720000" cy="216000"/>
              </a:xfrm>
              <a:prstGeom prst="rect">
                <a:avLst/>
              </a:prstGeom>
              <a:solidFill>
                <a:srgbClr val="FDEFE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TW" sz="160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2</a:t>
                </a:r>
                <a:r>
                  <a:rPr lang="en-US" sz="1600" dirty="0" err="1">
                    <a:solidFill>
                      <a:schemeClr val="tx1"/>
                    </a:solidFill>
                    <a:latin typeface="Calibri" panose="020F0502020204030204" pitchFamily="34" charset="0"/>
                  </a:rPr>
                  <a:t>hr</a:t>
                </a:r>
                <a:endParaRPr lang="en-TW" sz="1600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FE0A1F8B-C859-4038-821F-22B77051441B}"/>
                  </a:ext>
                </a:extLst>
              </p:cNvPr>
              <p:cNvCxnSpPr>
                <a:cxnSpLocks/>
                <a:stCxn id="18" idx="1"/>
                <a:endCxn id="21" idx="1"/>
              </p:cNvCxnSpPr>
              <p:nvPr/>
            </p:nvCxnSpPr>
            <p:spPr>
              <a:xfrm flipV="1">
                <a:off x="7292892" y="2256345"/>
                <a:ext cx="0" cy="50400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0450DDC-F9E9-40BE-87B0-8130D10E5C89}"/>
                </a:ext>
              </a:extLst>
            </p:cNvPr>
            <p:cNvSpPr txBox="1"/>
            <p:nvPr/>
          </p:nvSpPr>
          <p:spPr>
            <a:xfrm>
              <a:off x="4392000" y="2124000"/>
              <a:ext cx="360000" cy="28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TW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M1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7D24A51-2AF5-42C1-BA60-00D91B96AD1A}"/>
                </a:ext>
              </a:extLst>
            </p:cNvPr>
            <p:cNvSpPr txBox="1"/>
            <p:nvPr/>
          </p:nvSpPr>
          <p:spPr>
            <a:xfrm>
              <a:off x="4392000" y="3132000"/>
              <a:ext cx="360000" cy="28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TW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M3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255FE6C-72C2-400C-A8E0-DE9DF25E0F59}"/>
                </a:ext>
              </a:extLst>
            </p:cNvPr>
            <p:cNvSpPr txBox="1"/>
            <p:nvPr/>
          </p:nvSpPr>
          <p:spPr>
            <a:xfrm>
              <a:off x="4392000" y="2628000"/>
              <a:ext cx="360000" cy="28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TW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M2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C703481-0CF7-4119-BF49-C53301D1F2BA}"/>
                </a:ext>
              </a:extLst>
            </p:cNvPr>
            <p:cNvSpPr txBox="1"/>
            <p:nvPr/>
          </p:nvSpPr>
          <p:spPr>
            <a:xfrm>
              <a:off x="4320000" y="1296000"/>
              <a:ext cx="792000" cy="288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M</a:t>
              </a:r>
              <a:r>
                <a:rPr lang="en-TW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achine</a:t>
              </a:r>
            </a:p>
          </p:txBody>
        </p:sp>
        <p:cxnSp>
          <p:nvCxnSpPr>
            <p:cNvPr id="11" name="Elbow Connector 1033">
              <a:extLst>
                <a:ext uri="{FF2B5EF4-FFF2-40B4-BE49-F238E27FC236}">
                  <a16:creationId xmlns:a16="http://schemas.microsoft.com/office/drawing/2014/main" id="{5CDD786F-1DD7-42E1-9F3D-142B2AFD8236}"/>
                </a:ext>
              </a:extLst>
            </p:cNvPr>
            <p:cNvCxnSpPr>
              <a:cxnSpLocks/>
              <a:stCxn id="7" idx="0"/>
              <a:endCxn id="10" idx="2"/>
            </p:cNvCxnSpPr>
            <p:nvPr/>
          </p:nvCxnSpPr>
          <p:spPr>
            <a:xfrm rot="5400000" flipH="1" flipV="1">
              <a:off x="4374000" y="1782000"/>
              <a:ext cx="540000" cy="144000"/>
            </a:xfrm>
            <a:prstGeom prst="bentConnector3">
              <a:avLst>
                <a:gd name="adj1" fmla="val 50000"/>
              </a:avLst>
            </a:prstGeom>
            <a:ln w="9525">
              <a:solidFill>
                <a:schemeClr val="tx1"/>
              </a:solidFill>
              <a:prstDash val="sysDot"/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88A28F7-82F4-461B-B889-EDB3CCC62419}"/>
              </a:ext>
            </a:extLst>
          </p:cNvPr>
          <p:cNvGrpSpPr/>
          <p:nvPr/>
        </p:nvGrpSpPr>
        <p:grpSpPr>
          <a:xfrm>
            <a:off x="432000" y="1872000"/>
            <a:ext cx="3384000" cy="3096001"/>
            <a:chOff x="360000" y="1296000"/>
            <a:chExt cx="3384000" cy="3096001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897222B-5C06-41E4-BF59-0F9DBD1BE635}"/>
                </a:ext>
              </a:extLst>
            </p:cNvPr>
            <p:cNvGrpSpPr/>
            <p:nvPr/>
          </p:nvGrpSpPr>
          <p:grpSpPr>
            <a:xfrm>
              <a:off x="1440000" y="1296000"/>
              <a:ext cx="2304000" cy="936000"/>
              <a:chOff x="1440000" y="1356288"/>
              <a:chExt cx="2304000" cy="936000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A9C02581-508B-418D-8711-EBF588C51F56}"/>
                  </a:ext>
                </a:extLst>
              </p:cNvPr>
              <p:cNvGrpSpPr/>
              <p:nvPr/>
            </p:nvGrpSpPr>
            <p:grpSpPr>
              <a:xfrm>
                <a:off x="1656000" y="1716288"/>
                <a:ext cx="1872000" cy="432000"/>
                <a:chOff x="1656000" y="1716288"/>
                <a:chExt cx="1872000" cy="432000"/>
              </a:xfrm>
            </p:grpSpPr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9A9083AE-3FEF-46FD-A087-A2FFF799169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56000" y="1716288"/>
                  <a:ext cx="432000" cy="432000"/>
                </a:xfrm>
                <a:prstGeom prst="ellipse">
                  <a:avLst/>
                </a:prstGeom>
                <a:solidFill>
                  <a:srgbClr val="FFFFCC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TW" sz="1050" dirty="0">
                      <a:solidFill>
                        <a:schemeClr val="tx1"/>
                      </a:solidFill>
                      <a:latin typeface="Calibri" panose="020F0502020204030204" pitchFamily="34" charset="0"/>
                    </a:rPr>
                    <a:t>M1</a:t>
                  </a:r>
                </a:p>
                <a:p>
                  <a:pPr algn="ctr"/>
                  <a:r>
                    <a:rPr lang="en-TW" sz="1050" dirty="0">
                      <a:solidFill>
                        <a:schemeClr val="tx1"/>
                      </a:solidFill>
                      <a:latin typeface="Calibri" panose="020F0502020204030204" pitchFamily="34" charset="0"/>
                    </a:rPr>
                    <a:t>2hr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13ED2F2A-84EB-42EB-A3C9-75DDD130948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76000" y="1716288"/>
                  <a:ext cx="432000" cy="432000"/>
                </a:xfrm>
                <a:prstGeom prst="ellipse">
                  <a:avLst/>
                </a:prstGeom>
                <a:solidFill>
                  <a:srgbClr val="FFFFCC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TW" sz="1050" dirty="0">
                      <a:solidFill>
                        <a:schemeClr val="tx1"/>
                      </a:solidFill>
                      <a:latin typeface="Calibri" panose="020F0502020204030204" pitchFamily="34" charset="0"/>
                    </a:rPr>
                    <a:t>M3</a:t>
                  </a:r>
                </a:p>
                <a:p>
                  <a:pPr algn="ctr"/>
                  <a:r>
                    <a:rPr lang="en-TW" sz="1050" dirty="0">
                      <a:solidFill>
                        <a:schemeClr val="tx1"/>
                      </a:solidFill>
                      <a:latin typeface="Calibri" panose="020F0502020204030204" pitchFamily="34" charset="0"/>
                    </a:rPr>
                    <a:t>3hr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9586566C-3AA7-49FA-A059-3550B25A149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96000" y="1716288"/>
                  <a:ext cx="432000" cy="432000"/>
                </a:xfrm>
                <a:prstGeom prst="ellipse">
                  <a:avLst/>
                </a:prstGeom>
                <a:solidFill>
                  <a:srgbClr val="FFFFCC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TW" sz="1050" dirty="0">
                      <a:solidFill>
                        <a:schemeClr val="tx1"/>
                      </a:solidFill>
                      <a:latin typeface="Calibri" panose="020F0502020204030204" pitchFamily="34" charset="0"/>
                    </a:rPr>
                    <a:t>M2</a:t>
                  </a:r>
                </a:p>
                <a:p>
                  <a:pPr algn="ctr"/>
                  <a:r>
                    <a:rPr lang="en-TW" sz="1050" dirty="0">
                      <a:solidFill>
                        <a:schemeClr val="tx1"/>
                      </a:solidFill>
                      <a:latin typeface="Calibri" panose="020F0502020204030204" pitchFamily="34" charset="0"/>
                    </a:rPr>
                    <a:t>1hr</a:t>
                  </a:r>
                </a:p>
              </p:txBody>
            </p:sp>
            <p:cxnSp>
              <p:nvCxnSpPr>
                <p:cNvPr id="49" name="Straight Arrow Connector 48">
                  <a:extLst>
                    <a:ext uri="{FF2B5EF4-FFF2-40B4-BE49-F238E27FC236}">
                      <a16:creationId xmlns:a16="http://schemas.microsoft.com/office/drawing/2014/main" id="{AA583583-1CF9-4156-B9FD-9782D034327D}"/>
                    </a:ext>
                  </a:extLst>
                </p:cNvPr>
                <p:cNvCxnSpPr>
                  <a:cxnSpLocks/>
                  <a:stCxn id="46" idx="6"/>
                  <a:endCxn id="47" idx="2"/>
                </p:cNvCxnSpPr>
                <p:nvPr/>
              </p:nvCxnSpPr>
              <p:spPr>
                <a:xfrm>
                  <a:off x="2088000" y="1932288"/>
                  <a:ext cx="288000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/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29481D4E-D5A2-444A-90F8-6EEC9B62E538}"/>
                    </a:ext>
                  </a:extLst>
                </p:cNvPr>
                <p:cNvCxnSpPr>
                  <a:cxnSpLocks/>
                  <a:stCxn id="47" idx="6"/>
                  <a:endCxn id="48" idx="2"/>
                </p:cNvCxnSpPr>
                <p:nvPr/>
              </p:nvCxnSpPr>
              <p:spPr>
                <a:xfrm>
                  <a:off x="2808000" y="1932288"/>
                  <a:ext cx="288000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/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D4E04FC-909B-41DE-879B-B225C3E2A43E}"/>
                  </a:ext>
                </a:extLst>
              </p:cNvPr>
              <p:cNvSpPr/>
              <p:nvPr/>
            </p:nvSpPr>
            <p:spPr>
              <a:xfrm>
                <a:off x="1440000" y="1356288"/>
                <a:ext cx="2304000" cy="936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TW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66D5A2E-6AAE-4B13-9CEB-235B350B02A9}"/>
                </a:ext>
              </a:extLst>
            </p:cNvPr>
            <p:cNvSpPr txBox="1"/>
            <p:nvPr/>
          </p:nvSpPr>
          <p:spPr>
            <a:xfrm>
              <a:off x="360000" y="2160000"/>
              <a:ext cx="936000" cy="28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O</a:t>
              </a:r>
              <a:r>
                <a:rPr lang="en-TW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peration</a:t>
              </a:r>
            </a:p>
          </p:txBody>
        </p:sp>
        <p:cxnSp>
          <p:nvCxnSpPr>
            <p:cNvPr id="26" name="Elbow Connector 32">
              <a:extLst>
                <a:ext uri="{FF2B5EF4-FFF2-40B4-BE49-F238E27FC236}">
                  <a16:creationId xmlns:a16="http://schemas.microsoft.com/office/drawing/2014/main" id="{8B7DC14B-4341-441F-A7B9-416BD41D379C}"/>
                </a:ext>
              </a:extLst>
            </p:cNvPr>
            <p:cNvCxnSpPr>
              <a:cxnSpLocks/>
              <a:stCxn id="46" idx="4"/>
              <a:endCxn id="25" idx="3"/>
            </p:cNvCxnSpPr>
            <p:nvPr/>
          </p:nvCxnSpPr>
          <p:spPr>
            <a:xfrm rot="5400000">
              <a:off x="1476000" y="1908000"/>
              <a:ext cx="216000" cy="576000"/>
            </a:xfrm>
            <a:prstGeom prst="bentConnector2">
              <a:avLst/>
            </a:prstGeom>
            <a:ln w="9525">
              <a:solidFill>
                <a:schemeClr val="tx1"/>
              </a:solidFill>
              <a:prstDash val="sysDot"/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799D713-0278-453E-B0A1-A80CA7916745}"/>
                </a:ext>
              </a:extLst>
            </p:cNvPr>
            <p:cNvGrpSpPr/>
            <p:nvPr/>
          </p:nvGrpSpPr>
          <p:grpSpPr>
            <a:xfrm>
              <a:off x="1440000" y="2376001"/>
              <a:ext cx="2304000" cy="936000"/>
              <a:chOff x="1420238" y="1381330"/>
              <a:chExt cx="2304000" cy="93600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A1DB2F7A-8305-4585-9E8B-187B2F956CB8}"/>
                  </a:ext>
                </a:extLst>
              </p:cNvPr>
              <p:cNvGrpSpPr/>
              <p:nvPr/>
            </p:nvGrpSpPr>
            <p:grpSpPr>
              <a:xfrm>
                <a:off x="1636238" y="1741329"/>
                <a:ext cx="1152000" cy="432000"/>
                <a:chOff x="1636238" y="1741329"/>
                <a:chExt cx="1152000" cy="432000"/>
              </a:xfrm>
            </p:grpSpPr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8FFB4A64-D4E1-4A5B-B196-63DFE2C8DE7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36238" y="1741329"/>
                  <a:ext cx="432000" cy="432000"/>
                </a:xfrm>
                <a:prstGeom prst="ellipse">
                  <a:avLst/>
                </a:prstGeom>
                <a:solidFill>
                  <a:srgbClr val="CCECFF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TW" sz="1050" dirty="0">
                      <a:solidFill>
                        <a:schemeClr val="tx1"/>
                      </a:solidFill>
                      <a:latin typeface="Calibri" panose="020F0502020204030204" pitchFamily="34" charset="0"/>
                    </a:rPr>
                    <a:t>M3</a:t>
                  </a:r>
                </a:p>
                <a:p>
                  <a:pPr algn="ctr"/>
                  <a:r>
                    <a:rPr lang="en-TW" sz="1050" dirty="0">
                      <a:solidFill>
                        <a:schemeClr val="tx1"/>
                      </a:solidFill>
                      <a:latin typeface="Calibri" panose="020F0502020204030204" pitchFamily="34" charset="0"/>
                    </a:rPr>
                    <a:t>5hr</a:t>
                  </a:r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C4DC59B5-AB62-47A3-8E3C-6C127189BAF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56238" y="1741329"/>
                  <a:ext cx="432000" cy="432000"/>
                </a:xfrm>
                <a:prstGeom prst="ellipse">
                  <a:avLst/>
                </a:prstGeom>
                <a:solidFill>
                  <a:srgbClr val="CCECFF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TW" sz="1050" dirty="0">
                      <a:solidFill>
                        <a:schemeClr val="tx1"/>
                      </a:solidFill>
                      <a:latin typeface="Calibri" panose="020F0502020204030204" pitchFamily="34" charset="0"/>
                    </a:rPr>
                    <a:t>M2</a:t>
                  </a:r>
                </a:p>
                <a:p>
                  <a:pPr algn="ctr"/>
                  <a:r>
                    <a:rPr lang="en-TW" sz="1050" dirty="0">
                      <a:solidFill>
                        <a:schemeClr val="tx1"/>
                      </a:solidFill>
                      <a:latin typeface="Calibri" panose="020F0502020204030204" pitchFamily="34" charset="0"/>
                    </a:rPr>
                    <a:t>3hr</a:t>
                  </a:r>
                </a:p>
              </p:txBody>
            </p: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18851499-F039-4F1D-ACFD-490276B6D967}"/>
                    </a:ext>
                  </a:extLst>
                </p:cNvPr>
                <p:cNvCxnSpPr>
                  <a:cxnSpLocks/>
                  <a:stCxn id="41" idx="6"/>
                  <a:endCxn id="42" idx="2"/>
                </p:cNvCxnSpPr>
                <p:nvPr/>
              </p:nvCxnSpPr>
              <p:spPr>
                <a:xfrm>
                  <a:off x="2068238" y="1957329"/>
                  <a:ext cx="288000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/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5F5D0D2-34BA-4536-8F72-04A561EED3F3}"/>
                  </a:ext>
                </a:extLst>
              </p:cNvPr>
              <p:cNvSpPr/>
              <p:nvPr/>
            </p:nvSpPr>
            <p:spPr>
              <a:xfrm>
                <a:off x="1420238" y="1381330"/>
                <a:ext cx="2304000" cy="936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TW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32275EE-F1AE-43D6-BF15-8858070F9C4F}"/>
                </a:ext>
              </a:extLst>
            </p:cNvPr>
            <p:cNvGrpSpPr/>
            <p:nvPr/>
          </p:nvGrpSpPr>
          <p:grpSpPr>
            <a:xfrm>
              <a:off x="1440000" y="3456000"/>
              <a:ext cx="2304000" cy="936001"/>
              <a:chOff x="1420238" y="1381329"/>
              <a:chExt cx="2304000" cy="936001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F6AB8B3E-C5DA-42D8-BCE5-C80691FF0FB7}"/>
                  </a:ext>
                </a:extLst>
              </p:cNvPr>
              <p:cNvGrpSpPr/>
              <p:nvPr/>
            </p:nvGrpSpPr>
            <p:grpSpPr>
              <a:xfrm>
                <a:off x="1636238" y="1741329"/>
                <a:ext cx="1872000" cy="432000"/>
                <a:chOff x="1636238" y="1741329"/>
                <a:chExt cx="1872000" cy="432000"/>
              </a:xfrm>
            </p:grpSpPr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A0BFEB2F-1924-43A7-A85F-C4B673CD42C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36238" y="1741329"/>
                  <a:ext cx="432000" cy="432000"/>
                </a:xfrm>
                <a:prstGeom prst="ellipse">
                  <a:avLst/>
                </a:prstGeom>
                <a:solidFill>
                  <a:srgbClr val="FDEFE9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TW" sz="1050" dirty="0">
                      <a:solidFill>
                        <a:schemeClr val="tx1"/>
                      </a:solidFill>
                      <a:latin typeface="Calibri" panose="020F0502020204030204" pitchFamily="34" charset="0"/>
                    </a:rPr>
                    <a:t>M1</a:t>
                  </a:r>
                </a:p>
                <a:p>
                  <a:pPr algn="ctr"/>
                  <a:r>
                    <a:rPr lang="en-TW" sz="1050" dirty="0">
                      <a:solidFill>
                        <a:schemeClr val="tx1"/>
                      </a:solidFill>
                      <a:latin typeface="Calibri" panose="020F0502020204030204" pitchFamily="34" charset="0"/>
                    </a:rPr>
                    <a:t>1hr</a:t>
                  </a: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A2BD2F3A-7402-4EA8-B9F7-A33B6BB8DC1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56238" y="1741329"/>
                  <a:ext cx="432000" cy="432000"/>
                </a:xfrm>
                <a:prstGeom prst="ellipse">
                  <a:avLst/>
                </a:prstGeom>
                <a:solidFill>
                  <a:srgbClr val="FDEFE9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TW" sz="1050" dirty="0">
                      <a:solidFill>
                        <a:schemeClr val="tx1"/>
                      </a:solidFill>
                      <a:latin typeface="Calibri" panose="020F0502020204030204" pitchFamily="34" charset="0"/>
                    </a:rPr>
                    <a:t>M2</a:t>
                  </a:r>
                </a:p>
                <a:p>
                  <a:pPr algn="ctr"/>
                  <a:r>
                    <a:rPr lang="en-TW" sz="1050" dirty="0">
                      <a:solidFill>
                        <a:schemeClr val="tx1"/>
                      </a:solidFill>
                      <a:latin typeface="Calibri" panose="020F0502020204030204" pitchFamily="34" charset="0"/>
                    </a:rPr>
                    <a:t>4hr</a:t>
                  </a:r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A4087665-158A-4F3B-B2AB-AD81408503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76238" y="1741329"/>
                  <a:ext cx="432000" cy="432000"/>
                </a:xfrm>
                <a:prstGeom prst="ellipse">
                  <a:avLst/>
                </a:prstGeom>
                <a:solidFill>
                  <a:srgbClr val="FDEFE9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TW" sz="1050" dirty="0">
                      <a:solidFill>
                        <a:schemeClr val="tx1"/>
                      </a:solidFill>
                      <a:latin typeface="Calibri" panose="020F0502020204030204" pitchFamily="34" charset="0"/>
                    </a:rPr>
                    <a:t>M1</a:t>
                  </a:r>
                </a:p>
                <a:p>
                  <a:pPr algn="ctr"/>
                  <a:r>
                    <a:rPr lang="en-TW" sz="1050" dirty="0">
                      <a:solidFill>
                        <a:schemeClr val="tx1"/>
                      </a:solidFill>
                      <a:latin typeface="Calibri" panose="020F0502020204030204" pitchFamily="34" charset="0"/>
                    </a:rPr>
                    <a:t>2hr</a:t>
                  </a:r>
                </a:p>
              </p:txBody>
            </p: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85EDB778-3E39-41F5-8941-6F78E5C55334}"/>
                    </a:ext>
                  </a:extLst>
                </p:cNvPr>
                <p:cNvCxnSpPr>
                  <a:cxnSpLocks/>
                  <a:stCxn id="34" idx="6"/>
                  <a:endCxn id="35" idx="2"/>
                </p:cNvCxnSpPr>
                <p:nvPr/>
              </p:nvCxnSpPr>
              <p:spPr>
                <a:xfrm>
                  <a:off x="2068238" y="1957329"/>
                  <a:ext cx="288000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/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692CE584-506F-4EDE-AC8F-E3F98D1D8A7A}"/>
                    </a:ext>
                  </a:extLst>
                </p:cNvPr>
                <p:cNvCxnSpPr>
                  <a:cxnSpLocks/>
                  <a:stCxn id="35" idx="6"/>
                  <a:endCxn id="36" idx="2"/>
                </p:cNvCxnSpPr>
                <p:nvPr/>
              </p:nvCxnSpPr>
              <p:spPr>
                <a:xfrm>
                  <a:off x="2788238" y="1957329"/>
                  <a:ext cx="288000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/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2102724-39EA-406A-98E0-CE818F75A048}"/>
                  </a:ext>
                </a:extLst>
              </p:cNvPr>
              <p:cNvSpPr/>
              <p:nvPr/>
            </p:nvSpPr>
            <p:spPr>
              <a:xfrm>
                <a:off x="1420238" y="1381330"/>
                <a:ext cx="2304000" cy="936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TW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5AC0547-74DE-4FE7-8EE1-8C5C10182DD8}"/>
                  </a:ext>
                </a:extLst>
              </p:cNvPr>
              <p:cNvSpPr txBox="1"/>
              <p:nvPr/>
            </p:nvSpPr>
            <p:spPr>
              <a:xfrm>
                <a:off x="1420238" y="1381329"/>
                <a:ext cx="576000" cy="288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TW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Job 3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776EC47-9BDB-4736-8F9E-AB726EB5200A}"/>
                </a:ext>
              </a:extLst>
            </p:cNvPr>
            <p:cNvSpPr txBox="1"/>
            <p:nvPr/>
          </p:nvSpPr>
          <p:spPr>
            <a:xfrm>
              <a:off x="1440000" y="2376000"/>
              <a:ext cx="576000" cy="28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TW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Job </a:t>
              </a:r>
              <a:r>
                <a:rPr lang="en-US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lang="en-TW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C2CC919-D207-4E3D-A96A-8A0057954828}"/>
                </a:ext>
              </a:extLst>
            </p:cNvPr>
            <p:cNvSpPr txBox="1"/>
            <p:nvPr/>
          </p:nvSpPr>
          <p:spPr>
            <a:xfrm>
              <a:off x="1440000" y="1296000"/>
              <a:ext cx="576000" cy="28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TW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Job </a:t>
              </a:r>
              <a:r>
                <a:rPr lang="en-US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lang="en-TW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8643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62E9F-DE24-240F-89FB-F25B34C3C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</a:rPr>
              <a:t>A JSSP instance can also be modeled as a mixed graph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C. Zhang et al. proposed a reinforcement-learning-based approach to solve the graph-based JSSP</a:t>
            </a:r>
            <a:endParaRPr lang="en-TW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B37C47-A5E5-EC8A-1E5F-BD95CE350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TW" dirty="0"/>
              <a:t>Graph-based Formulation of JSSP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97CAE0-5174-9913-F806-78A1FAD1BE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6BB42ED-0428-F349-A1E9-DBFAF59858C6}" type="slidenum">
              <a:rPr lang="en-US" smtClean="0"/>
              <a:pPr/>
              <a:t>11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172FAB1-0119-43F8-8B14-7AC697734B3F}"/>
              </a:ext>
            </a:extLst>
          </p:cNvPr>
          <p:cNvGrpSpPr/>
          <p:nvPr/>
        </p:nvGrpSpPr>
        <p:grpSpPr>
          <a:xfrm>
            <a:off x="4752000" y="1512000"/>
            <a:ext cx="2952000" cy="1908002"/>
            <a:chOff x="4752000" y="1547999"/>
            <a:chExt cx="2952000" cy="190800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49D588D-DE67-4645-B6FA-711147919D38}"/>
                </a:ext>
              </a:extLst>
            </p:cNvPr>
            <p:cNvGrpSpPr/>
            <p:nvPr/>
          </p:nvGrpSpPr>
          <p:grpSpPr>
            <a:xfrm>
              <a:off x="4752000" y="1872000"/>
              <a:ext cx="2736000" cy="1584001"/>
              <a:chOff x="4752000" y="1872000"/>
              <a:chExt cx="2736000" cy="1584001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C0E6195E-A0DA-6B7F-22BC-E76B06E9951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616001" y="1872000"/>
                <a:ext cx="1871999" cy="432000"/>
                <a:chOff x="1557015" y="1718524"/>
                <a:chExt cx="2433598" cy="561600"/>
              </a:xfrm>
            </p:grpSpPr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D9CF2579-DE0F-20EF-D2CC-3DD624B4CAC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57015" y="1718524"/>
                  <a:ext cx="561600" cy="561600"/>
                </a:xfrm>
                <a:prstGeom prst="ellipse">
                  <a:avLst/>
                </a:prstGeom>
                <a:solidFill>
                  <a:srgbClr val="FFFFCC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TW" sz="1400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M1</a:t>
                  </a:r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35766114-404F-C03B-DD11-D76BB7298AD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493722" y="1718524"/>
                  <a:ext cx="561600" cy="561600"/>
                </a:xfrm>
                <a:prstGeom prst="ellipse">
                  <a:avLst/>
                </a:prstGeom>
                <a:solidFill>
                  <a:srgbClr val="FFFFCC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TW" sz="1400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M3</a:t>
                  </a:r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BFA9858D-205D-56FB-12F6-E90921BD641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29013" y="1718524"/>
                  <a:ext cx="561600" cy="561600"/>
                </a:xfrm>
                <a:prstGeom prst="ellipse">
                  <a:avLst/>
                </a:prstGeom>
                <a:solidFill>
                  <a:srgbClr val="FFFFCC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TW" sz="1400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M2</a:t>
                  </a:r>
                </a:p>
              </p:txBody>
            </p:sp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18B1DC72-0210-47C0-00B3-2D3E82EBE625}"/>
                    </a:ext>
                  </a:extLst>
                </p:cNvPr>
                <p:cNvCxnSpPr>
                  <a:cxnSpLocks/>
                  <a:stCxn id="32" idx="6"/>
                  <a:endCxn id="33" idx="2"/>
                </p:cNvCxnSpPr>
                <p:nvPr/>
              </p:nvCxnSpPr>
              <p:spPr>
                <a:xfrm>
                  <a:off x="2118615" y="1999324"/>
                  <a:ext cx="375107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/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AB3856D7-A0E4-994F-6EB7-F94347EAD254}"/>
                    </a:ext>
                  </a:extLst>
                </p:cNvPr>
                <p:cNvCxnSpPr>
                  <a:cxnSpLocks/>
                  <a:stCxn id="33" idx="6"/>
                  <a:endCxn id="34" idx="2"/>
                </p:cNvCxnSpPr>
                <p:nvPr/>
              </p:nvCxnSpPr>
              <p:spPr>
                <a:xfrm>
                  <a:off x="3055322" y="1999324"/>
                  <a:ext cx="373691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/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54A3EA0C-69E4-B802-5414-43537C4D492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616000" y="2447107"/>
                <a:ext cx="1151246" cy="432959"/>
                <a:chOff x="1604596" y="1739152"/>
                <a:chExt cx="1496620" cy="562847"/>
              </a:xfrm>
            </p:grpSpPr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6389DE6C-69E0-3726-1423-8FDBA491BBC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04596" y="1739152"/>
                  <a:ext cx="561600" cy="561600"/>
                </a:xfrm>
                <a:prstGeom prst="ellipse">
                  <a:avLst/>
                </a:prstGeom>
                <a:solidFill>
                  <a:srgbClr val="CCECFF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TW" sz="1400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M3</a:t>
                  </a:r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514F5A94-4710-0075-D98C-119606C1C6E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39616" y="1740399"/>
                  <a:ext cx="561600" cy="561600"/>
                </a:xfrm>
                <a:prstGeom prst="ellipse">
                  <a:avLst/>
                </a:prstGeom>
                <a:solidFill>
                  <a:srgbClr val="CCECFF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TW" sz="1400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M2</a:t>
                  </a:r>
                </a:p>
              </p:txBody>
            </p: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34A80797-71B8-65FF-4379-5FB24A51DE3B}"/>
                    </a:ext>
                  </a:extLst>
                </p:cNvPr>
                <p:cNvCxnSpPr>
                  <a:cxnSpLocks/>
                  <a:stCxn id="38" idx="6"/>
                  <a:endCxn id="39" idx="2"/>
                </p:cNvCxnSpPr>
                <p:nvPr/>
              </p:nvCxnSpPr>
              <p:spPr>
                <a:xfrm>
                  <a:off x="2166196" y="2019952"/>
                  <a:ext cx="373420" cy="1247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/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804320B5-9A03-C6BE-9583-C5EC4F15A6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52000" y="2447107"/>
                <a:ext cx="432000" cy="432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TW" sz="14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</a:t>
                </a:r>
              </a:p>
            </p:txBody>
          </p: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BD033CD0-90C9-CA19-B355-72C17261A917}"/>
                  </a:ext>
                </a:extLst>
              </p:cNvPr>
              <p:cNvCxnSpPr>
                <a:cxnSpLocks/>
                <a:stCxn id="47" idx="7"/>
                <a:endCxn id="32" idx="2"/>
              </p:cNvCxnSpPr>
              <p:nvPr/>
            </p:nvCxnSpPr>
            <p:spPr>
              <a:xfrm flipV="1">
                <a:off x="5120735" y="2088000"/>
                <a:ext cx="495266" cy="42237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47C8CDC8-57C3-BDDB-BA40-DA8BE50D6E1E}"/>
                  </a:ext>
                </a:extLst>
              </p:cNvPr>
              <p:cNvCxnSpPr>
                <a:cxnSpLocks/>
                <a:stCxn id="47" idx="6"/>
                <a:endCxn id="38" idx="2"/>
              </p:cNvCxnSpPr>
              <p:nvPr/>
            </p:nvCxnSpPr>
            <p:spPr>
              <a:xfrm>
                <a:off x="5184000" y="2663107"/>
                <a:ext cx="4320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C1683C49-A672-66D9-3468-3780AA1065EA}"/>
                  </a:ext>
                </a:extLst>
              </p:cNvPr>
              <p:cNvCxnSpPr>
                <a:cxnSpLocks/>
                <a:stCxn id="47" idx="5"/>
                <a:endCxn id="1027" idx="2"/>
              </p:cNvCxnSpPr>
              <p:nvPr/>
            </p:nvCxnSpPr>
            <p:spPr>
              <a:xfrm>
                <a:off x="5120735" y="2815842"/>
                <a:ext cx="495265" cy="42415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25" name="Group 1024">
                <a:extLst>
                  <a:ext uri="{FF2B5EF4-FFF2-40B4-BE49-F238E27FC236}">
                    <a16:creationId xmlns:a16="http://schemas.microsoft.com/office/drawing/2014/main" id="{25150F94-1B31-00E6-2B0F-30642752EB4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616000" y="3024001"/>
                <a:ext cx="1872000" cy="432000"/>
                <a:chOff x="1604596" y="1755702"/>
                <a:chExt cx="2433599" cy="561600"/>
              </a:xfrm>
              <a:solidFill>
                <a:schemeClr val="accent6">
                  <a:lumMod val="20000"/>
                  <a:lumOff val="80000"/>
                </a:schemeClr>
              </a:solidFill>
            </p:grpSpPr>
            <p:sp>
              <p:nvSpPr>
                <p:cNvPr id="1027" name="Oval 1026">
                  <a:extLst>
                    <a:ext uri="{FF2B5EF4-FFF2-40B4-BE49-F238E27FC236}">
                      <a16:creationId xmlns:a16="http://schemas.microsoft.com/office/drawing/2014/main" id="{475884E7-C197-4D7C-52D1-D14A4CB0E5D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04596" y="1755702"/>
                  <a:ext cx="561600" cy="561600"/>
                </a:xfrm>
                <a:prstGeom prst="ellipse">
                  <a:avLst/>
                </a:prstGeom>
                <a:solidFill>
                  <a:srgbClr val="FDEFE9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TW" sz="1400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M1</a:t>
                  </a:r>
                </a:p>
              </p:txBody>
            </p:sp>
            <p:sp>
              <p:nvSpPr>
                <p:cNvPr id="1029" name="Oval 1028">
                  <a:extLst>
                    <a:ext uri="{FF2B5EF4-FFF2-40B4-BE49-F238E27FC236}">
                      <a16:creationId xmlns:a16="http://schemas.microsoft.com/office/drawing/2014/main" id="{72653C76-C9DE-9A71-F23B-A3FC797B851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39615" y="1755702"/>
                  <a:ext cx="561600" cy="561600"/>
                </a:xfrm>
                <a:prstGeom prst="ellipse">
                  <a:avLst/>
                </a:prstGeom>
                <a:solidFill>
                  <a:srgbClr val="FDEFE9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TW" sz="1400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M2</a:t>
                  </a:r>
                </a:p>
              </p:txBody>
            </p:sp>
            <p:sp>
              <p:nvSpPr>
                <p:cNvPr id="1030" name="Oval 1029">
                  <a:extLst>
                    <a:ext uri="{FF2B5EF4-FFF2-40B4-BE49-F238E27FC236}">
                      <a16:creationId xmlns:a16="http://schemas.microsoft.com/office/drawing/2014/main" id="{BE17996F-A50D-DBFB-7B2E-2F56C05DA5B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76595" y="1755702"/>
                  <a:ext cx="561600" cy="561600"/>
                </a:xfrm>
                <a:prstGeom prst="ellipse">
                  <a:avLst/>
                </a:prstGeom>
                <a:solidFill>
                  <a:srgbClr val="FDEFE9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TW" sz="1400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M1</a:t>
                  </a:r>
                </a:p>
              </p:txBody>
            </p:sp>
            <p:cxnSp>
              <p:nvCxnSpPr>
                <p:cNvPr id="1031" name="Straight Arrow Connector 1030">
                  <a:extLst>
                    <a:ext uri="{FF2B5EF4-FFF2-40B4-BE49-F238E27FC236}">
                      <a16:creationId xmlns:a16="http://schemas.microsoft.com/office/drawing/2014/main" id="{519B80BD-83B4-FD46-9502-F2C7342A266C}"/>
                    </a:ext>
                  </a:extLst>
                </p:cNvPr>
                <p:cNvCxnSpPr>
                  <a:cxnSpLocks/>
                  <a:stCxn id="1027" idx="6"/>
                  <a:endCxn id="1029" idx="2"/>
                </p:cNvCxnSpPr>
                <p:nvPr/>
              </p:nvCxnSpPr>
              <p:spPr>
                <a:xfrm>
                  <a:off x="2166196" y="2036502"/>
                  <a:ext cx="373420" cy="0"/>
                </a:xfrm>
                <a:prstGeom prst="straightConnector1">
                  <a:avLst/>
                </a:prstGeom>
                <a:grpFill/>
                <a:ln w="19050">
                  <a:solidFill>
                    <a:schemeClr val="tx1"/>
                  </a:solidFill>
                  <a:headEnd type="none"/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2" name="Straight Arrow Connector 1031">
                  <a:extLst>
                    <a:ext uri="{FF2B5EF4-FFF2-40B4-BE49-F238E27FC236}">
                      <a16:creationId xmlns:a16="http://schemas.microsoft.com/office/drawing/2014/main" id="{71CE7659-F67D-979B-9F25-AADF24177780}"/>
                    </a:ext>
                  </a:extLst>
                </p:cNvPr>
                <p:cNvCxnSpPr>
                  <a:cxnSpLocks/>
                  <a:stCxn id="1029" idx="6"/>
                  <a:endCxn id="1030" idx="2"/>
                </p:cNvCxnSpPr>
                <p:nvPr/>
              </p:nvCxnSpPr>
              <p:spPr>
                <a:xfrm>
                  <a:off x="3101215" y="2036502"/>
                  <a:ext cx="375380" cy="0"/>
                </a:xfrm>
                <a:prstGeom prst="straightConnector1">
                  <a:avLst/>
                </a:prstGeom>
                <a:grpFill/>
                <a:ln w="19050">
                  <a:solidFill>
                    <a:schemeClr val="tx1"/>
                  </a:solidFill>
                  <a:headEnd type="none"/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34" name="Straight Connector 1033">
                <a:extLst>
                  <a:ext uri="{FF2B5EF4-FFF2-40B4-BE49-F238E27FC236}">
                    <a16:creationId xmlns:a16="http://schemas.microsoft.com/office/drawing/2014/main" id="{34C8EDB9-493D-40EB-5AD5-6ECCEF48B144}"/>
                  </a:ext>
                </a:extLst>
              </p:cNvPr>
              <p:cNvCxnSpPr>
                <a:cxnSpLocks/>
                <a:stCxn id="39" idx="7"/>
                <a:endCxn id="34" idx="3"/>
              </p:cNvCxnSpPr>
              <p:nvPr/>
            </p:nvCxnSpPr>
            <p:spPr>
              <a:xfrm flipV="1">
                <a:off x="6703981" y="2240735"/>
                <a:ext cx="415284" cy="270596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ot"/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6" name="Straight Connector 1035">
                <a:extLst>
                  <a:ext uri="{FF2B5EF4-FFF2-40B4-BE49-F238E27FC236}">
                    <a16:creationId xmlns:a16="http://schemas.microsoft.com/office/drawing/2014/main" id="{25C75BE4-AF16-DF88-7174-0074233F7E88}"/>
                  </a:ext>
                </a:extLst>
              </p:cNvPr>
              <p:cNvCxnSpPr>
                <a:cxnSpLocks/>
                <a:stCxn id="39" idx="4"/>
                <a:endCxn id="1029" idx="0"/>
              </p:cNvCxnSpPr>
              <p:nvPr/>
            </p:nvCxnSpPr>
            <p:spPr>
              <a:xfrm>
                <a:off x="6551246" y="2880066"/>
                <a:ext cx="0" cy="143934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ot"/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9" name="Straight Connector 1038">
                <a:extLst>
                  <a:ext uri="{FF2B5EF4-FFF2-40B4-BE49-F238E27FC236}">
                    <a16:creationId xmlns:a16="http://schemas.microsoft.com/office/drawing/2014/main" id="{E89D7577-5EF4-FACA-35D6-463D1412753B}"/>
                  </a:ext>
                </a:extLst>
              </p:cNvPr>
              <p:cNvCxnSpPr>
                <a:cxnSpLocks/>
                <a:stCxn id="34" idx="4"/>
                <a:endCxn id="1029" idx="7"/>
              </p:cNvCxnSpPr>
              <p:nvPr/>
            </p:nvCxnSpPr>
            <p:spPr>
              <a:xfrm flipH="1">
                <a:off x="6703981" y="2304000"/>
                <a:ext cx="568019" cy="783266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ot"/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2" name="Straight Connector 1041">
                <a:extLst>
                  <a:ext uri="{FF2B5EF4-FFF2-40B4-BE49-F238E27FC236}">
                    <a16:creationId xmlns:a16="http://schemas.microsoft.com/office/drawing/2014/main" id="{2C3252A6-903A-BD56-0D7F-DBF445D60F87}"/>
                  </a:ext>
                </a:extLst>
              </p:cNvPr>
              <p:cNvCxnSpPr>
                <a:cxnSpLocks/>
                <a:stCxn id="38" idx="7"/>
                <a:endCxn id="33" idx="3"/>
              </p:cNvCxnSpPr>
              <p:nvPr/>
            </p:nvCxnSpPr>
            <p:spPr>
              <a:xfrm flipV="1">
                <a:off x="5984735" y="2240735"/>
                <a:ext cx="415075" cy="269637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ot"/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0" name="Arc 1069">
                <a:extLst>
                  <a:ext uri="{FF2B5EF4-FFF2-40B4-BE49-F238E27FC236}">
                    <a16:creationId xmlns:a16="http://schemas.microsoft.com/office/drawing/2014/main" id="{9D7E960D-5327-78F9-D8F4-7F371D3B760B}"/>
                  </a:ext>
                </a:extLst>
              </p:cNvPr>
              <p:cNvSpPr/>
              <p:nvPr/>
            </p:nvSpPr>
            <p:spPr>
              <a:xfrm rot="16200000">
                <a:off x="5472000" y="2016000"/>
                <a:ext cx="1296000" cy="1296000"/>
              </a:xfrm>
              <a:prstGeom prst="arc">
                <a:avLst>
                  <a:gd name="adj1" fmla="val 13575995"/>
                  <a:gd name="adj2" fmla="val 18770326"/>
                </a:avLst>
              </a:prstGeom>
              <a:ln w="19050">
                <a:solidFill>
                  <a:schemeClr val="tx1"/>
                </a:solidFill>
                <a:prstDash val="sysDot"/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TW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072" name="Arc 1071">
              <a:extLst>
                <a:ext uri="{FF2B5EF4-FFF2-40B4-BE49-F238E27FC236}">
                  <a16:creationId xmlns:a16="http://schemas.microsoft.com/office/drawing/2014/main" id="{FC5C1999-E4C2-9BAE-4355-F154ACBC862F}"/>
                </a:ext>
              </a:extLst>
            </p:cNvPr>
            <p:cNvSpPr/>
            <p:nvPr/>
          </p:nvSpPr>
          <p:spPr>
            <a:xfrm>
              <a:off x="5688000" y="1547999"/>
              <a:ext cx="2016000" cy="1728000"/>
            </a:xfrm>
            <a:prstGeom prst="arc">
              <a:avLst>
                <a:gd name="adj1" fmla="val 12837100"/>
                <a:gd name="adj2" fmla="val 2601660"/>
              </a:avLst>
            </a:prstGeom>
            <a:ln w="19050">
              <a:solidFill>
                <a:schemeClr val="tx1"/>
              </a:solidFill>
              <a:prstDash val="sysDot"/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TW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074" name="Right Arrow 1073">
            <a:extLst>
              <a:ext uri="{FF2B5EF4-FFF2-40B4-BE49-F238E27FC236}">
                <a16:creationId xmlns:a16="http://schemas.microsoft.com/office/drawing/2014/main" id="{38E2CC31-E81A-B6E5-4F02-9C1AEBA7283E}"/>
              </a:ext>
            </a:extLst>
          </p:cNvPr>
          <p:cNvSpPr/>
          <p:nvPr/>
        </p:nvSpPr>
        <p:spPr>
          <a:xfrm>
            <a:off x="3672000" y="2484000"/>
            <a:ext cx="576000" cy="288000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TW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DA06648-3D4F-45CB-BC5F-8B6DBBFDE1BE}"/>
              </a:ext>
            </a:extLst>
          </p:cNvPr>
          <p:cNvSpPr txBox="1"/>
          <p:nvPr/>
        </p:nvSpPr>
        <p:spPr>
          <a:xfrm>
            <a:off x="144000" y="4919361"/>
            <a:ext cx="8136000" cy="1692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1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C. Zhang et al., "Learning to dispatch for job shop scheduling via deep reinforcement learning," 2020.</a:t>
            </a:r>
            <a:endParaRPr lang="en-TW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B8A981F-0850-4EC2-9676-BF757BF9A470}"/>
              </a:ext>
            </a:extLst>
          </p:cNvPr>
          <p:cNvGrpSpPr/>
          <p:nvPr/>
        </p:nvGrpSpPr>
        <p:grpSpPr>
          <a:xfrm>
            <a:off x="1296000" y="1836000"/>
            <a:ext cx="1872000" cy="1584000"/>
            <a:chOff x="1296000" y="1728000"/>
            <a:chExt cx="1872000" cy="1584000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E64C918-0E75-A092-1130-3598013B7A88}"/>
                </a:ext>
              </a:extLst>
            </p:cNvPr>
            <p:cNvGrpSpPr/>
            <p:nvPr/>
          </p:nvGrpSpPr>
          <p:grpSpPr>
            <a:xfrm>
              <a:off x="1296000" y="1728000"/>
              <a:ext cx="1872000" cy="432000"/>
              <a:chOff x="1577635" y="1739152"/>
              <a:chExt cx="1872000" cy="432000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2E6CB521-CA26-8999-7646-5A1595D3AB4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77635" y="1739152"/>
                <a:ext cx="432000" cy="432000"/>
              </a:xfrm>
              <a:prstGeom prst="ellipse">
                <a:avLst/>
              </a:prstGeom>
              <a:solidFill>
                <a:srgbClr val="FFFFCC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TW" sz="105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M1</a:t>
                </a:r>
              </a:p>
              <a:p>
                <a:pPr algn="ctr"/>
                <a:r>
                  <a:rPr lang="en-TW" sz="105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2hr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2C6B62C2-B51E-E723-1345-82A5CCA65AE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97635" y="1739152"/>
                <a:ext cx="432000" cy="432000"/>
              </a:xfrm>
              <a:prstGeom prst="ellipse">
                <a:avLst/>
              </a:prstGeom>
              <a:solidFill>
                <a:srgbClr val="FFFFCC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TW" sz="105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M3</a:t>
                </a:r>
              </a:p>
              <a:p>
                <a:pPr algn="ctr"/>
                <a:r>
                  <a:rPr lang="en-TW" sz="105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3hr</a:t>
                </a: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01E9DC4-C712-396B-660B-E1E36C8B8EE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17635" y="1739152"/>
                <a:ext cx="432000" cy="432000"/>
              </a:xfrm>
              <a:prstGeom prst="ellipse">
                <a:avLst/>
              </a:prstGeom>
              <a:solidFill>
                <a:srgbClr val="FFFFCC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TW" sz="105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M2</a:t>
                </a:r>
              </a:p>
              <a:p>
                <a:pPr algn="ctr"/>
                <a:r>
                  <a:rPr lang="en-TW" sz="105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1hr</a:t>
                </a:r>
              </a:p>
            </p:txBody>
          </p: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CE6B7994-7718-70B9-DE7E-20FC427450C5}"/>
                  </a:ext>
                </a:extLst>
              </p:cNvPr>
              <p:cNvCxnSpPr>
                <a:cxnSpLocks/>
                <a:stCxn id="48" idx="6"/>
                <a:endCxn id="52" idx="2"/>
              </p:cNvCxnSpPr>
              <p:nvPr/>
            </p:nvCxnSpPr>
            <p:spPr>
              <a:xfrm>
                <a:off x="2009635" y="1955152"/>
                <a:ext cx="2880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53FCD45B-D94C-992B-A49B-C8522BF79DAD}"/>
                  </a:ext>
                </a:extLst>
              </p:cNvPr>
              <p:cNvCxnSpPr>
                <a:cxnSpLocks/>
                <a:stCxn id="52" idx="6"/>
                <a:endCxn id="53" idx="2"/>
              </p:cNvCxnSpPr>
              <p:nvPr/>
            </p:nvCxnSpPr>
            <p:spPr>
              <a:xfrm>
                <a:off x="2729635" y="1955152"/>
                <a:ext cx="2880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DB913473-8461-6AA8-FA30-CD2ACCE51323}"/>
                </a:ext>
              </a:extLst>
            </p:cNvPr>
            <p:cNvGrpSpPr/>
            <p:nvPr/>
          </p:nvGrpSpPr>
          <p:grpSpPr>
            <a:xfrm>
              <a:off x="1296000" y="2304000"/>
              <a:ext cx="1152000" cy="432000"/>
              <a:chOff x="1577635" y="1739152"/>
              <a:chExt cx="1152000" cy="43200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80643CAC-60AB-0AC2-729B-57CFA33200F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77635" y="1739152"/>
                <a:ext cx="432000" cy="432000"/>
              </a:xfrm>
              <a:prstGeom prst="ellipse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TW" sz="105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M3</a:t>
                </a:r>
              </a:p>
              <a:p>
                <a:pPr algn="ctr"/>
                <a:r>
                  <a:rPr lang="en-TW" sz="105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5hr</a:t>
                </a: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0D299D5D-0E52-1C75-F0BA-AE162594215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97635" y="1739152"/>
                <a:ext cx="432000" cy="432000"/>
              </a:xfrm>
              <a:prstGeom prst="ellipse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TW" sz="105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M2</a:t>
                </a:r>
              </a:p>
              <a:p>
                <a:pPr algn="ctr"/>
                <a:r>
                  <a:rPr lang="en-TW" sz="105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3hr</a:t>
                </a:r>
              </a:p>
            </p:txBody>
          </p: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DED870F2-0382-EBEE-3428-2B47FCC0EAF2}"/>
                  </a:ext>
                </a:extLst>
              </p:cNvPr>
              <p:cNvCxnSpPr>
                <a:cxnSpLocks/>
                <a:stCxn id="61" idx="6"/>
                <a:endCxn id="62" idx="2"/>
              </p:cNvCxnSpPr>
              <p:nvPr/>
            </p:nvCxnSpPr>
            <p:spPr>
              <a:xfrm>
                <a:off x="2009635" y="1955152"/>
                <a:ext cx="2880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2BB50AE5-CA1D-D9E0-B084-17DD0486FFC8}"/>
                </a:ext>
              </a:extLst>
            </p:cNvPr>
            <p:cNvGrpSpPr/>
            <p:nvPr/>
          </p:nvGrpSpPr>
          <p:grpSpPr>
            <a:xfrm>
              <a:off x="1296000" y="2880000"/>
              <a:ext cx="1872000" cy="432000"/>
              <a:chOff x="1577635" y="1739152"/>
              <a:chExt cx="1872000" cy="432000"/>
            </a:xfrm>
          </p:grpSpPr>
          <p:sp>
            <p:nvSpPr>
              <p:cNvPr id="1035" name="Oval 1034">
                <a:extLst>
                  <a:ext uri="{FF2B5EF4-FFF2-40B4-BE49-F238E27FC236}">
                    <a16:creationId xmlns:a16="http://schemas.microsoft.com/office/drawing/2014/main" id="{EE2161D6-AE16-6ADB-AB2E-123E451026C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77635" y="1739152"/>
                <a:ext cx="432000" cy="432000"/>
              </a:xfrm>
              <a:prstGeom prst="ellipse">
                <a:avLst/>
              </a:prstGeom>
              <a:solidFill>
                <a:srgbClr val="FDEFE9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TW" sz="105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M1</a:t>
                </a:r>
              </a:p>
              <a:p>
                <a:pPr algn="ctr"/>
                <a:r>
                  <a:rPr lang="en-TW" sz="105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1hr</a:t>
                </a:r>
              </a:p>
            </p:txBody>
          </p:sp>
          <p:sp>
            <p:nvSpPr>
              <p:cNvPr id="1037" name="Oval 1036">
                <a:extLst>
                  <a:ext uri="{FF2B5EF4-FFF2-40B4-BE49-F238E27FC236}">
                    <a16:creationId xmlns:a16="http://schemas.microsoft.com/office/drawing/2014/main" id="{B8993B9A-716C-F5A3-EE2A-E71ADB50DD0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97635" y="1739152"/>
                <a:ext cx="432000" cy="432000"/>
              </a:xfrm>
              <a:prstGeom prst="ellipse">
                <a:avLst/>
              </a:prstGeom>
              <a:solidFill>
                <a:srgbClr val="FDEFE9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TW" sz="105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M2</a:t>
                </a:r>
              </a:p>
              <a:p>
                <a:pPr algn="ctr"/>
                <a:r>
                  <a:rPr lang="en-TW" sz="105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4hr</a:t>
                </a:r>
              </a:p>
            </p:txBody>
          </p:sp>
          <p:sp>
            <p:nvSpPr>
              <p:cNvPr id="1038" name="Oval 1037">
                <a:extLst>
                  <a:ext uri="{FF2B5EF4-FFF2-40B4-BE49-F238E27FC236}">
                    <a16:creationId xmlns:a16="http://schemas.microsoft.com/office/drawing/2014/main" id="{E0D47F92-4372-A1CC-8EE5-C97997D76AB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17635" y="1739152"/>
                <a:ext cx="432000" cy="432000"/>
              </a:xfrm>
              <a:prstGeom prst="ellipse">
                <a:avLst/>
              </a:prstGeom>
              <a:solidFill>
                <a:srgbClr val="FDEFE9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TW" sz="105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M1</a:t>
                </a:r>
              </a:p>
              <a:p>
                <a:pPr algn="ctr"/>
                <a:r>
                  <a:rPr lang="en-TW" sz="105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2hr</a:t>
                </a:r>
              </a:p>
            </p:txBody>
          </p:sp>
          <p:cxnSp>
            <p:nvCxnSpPr>
              <p:cNvPr id="1040" name="Straight Arrow Connector 1039">
                <a:extLst>
                  <a:ext uri="{FF2B5EF4-FFF2-40B4-BE49-F238E27FC236}">
                    <a16:creationId xmlns:a16="http://schemas.microsoft.com/office/drawing/2014/main" id="{B66F179F-CC34-5A0C-6FE4-182758999D03}"/>
                  </a:ext>
                </a:extLst>
              </p:cNvPr>
              <p:cNvCxnSpPr>
                <a:cxnSpLocks/>
                <a:stCxn id="1035" idx="6"/>
                <a:endCxn id="1037" idx="2"/>
              </p:cNvCxnSpPr>
              <p:nvPr/>
            </p:nvCxnSpPr>
            <p:spPr>
              <a:xfrm>
                <a:off x="2009635" y="1955152"/>
                <a:ext cx="2880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1" name="Straight Arrow Connector 1040">
                <a:extLst>
                  <a:ext uri="{FF2B5EF4-FFF2-40B4-BE49-F238E27FC236}">
                    <a16:creationId xmlns:a16="http://schemas.microsoft.com/office/drawing/2014/main" id="{AD1D83DC-EE20-2CB6-3AA3-2AAD8D1AFEA8}"/>
                  </a:ext>
                </a:extLst>
              </p:cNvPr>
              <p:cNvCxnSpPr>
                <a:cxnSpLocks/>
                <a:stCxn id="1037" idx="6"/>
                <a:endCxn id="1038" idx="2"/>
              </p:cNvCxnSpPr>
              <p:nvPr/>
            </p:nvCxnSpPr>
            <p:spPr>
              <a:xfrm>
                <a:off x="2729635" y="1955152"/>
                <a:ext cx="2880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129183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2047B-6FEE-4554-8DB9-C60BD5244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8BB9E-7A0C-44D3-BF1B-53DA24A91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Background</a:t>
            </a:r>
          </a:p>
          <a:p>
            <a:r>
              <a:rPr lang="en-US" b="1" u="sng" dirty="0"/>
              <a:t>Problem Definition</a:t>
            </a:r>
          </a:p>
          <a:p>
            <a:r>
              <a:rPr lang="en-US" dirty="0"/>
              <a:t>Our Approach</a:t>
            </a:r>
          </a:p>
          <a:p>
            <a:r>
              <a:rPr lang="en-US" altLang="zh-TW" dirty="0"/>
              <a:t>Experimental Results</a:t>
            </a:r>
          </a:p>
          <a:p>
            <a:r>
              <a:rPr lang="en-US" altLang="zh-TW" dirty="0"/>
              <a:t>Conclusion</a:t>
            </a:r>
            <a:endParaRPr lang="zh-TW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C448C-27CD-4CBF-809E-0099856043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6BB42ED-0428-F349-A1E9-DBFAF59858C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570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39847-5FD9-4505-25D8-77646C487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TW" dirty="0"/>
              <a:t>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C5443-DBCB-05D9-D197-5C3749374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</a:t>
            </a:r>
            <a:r>
              <a:rPr lang="en-TW" dirty="0"/>
              <a:t>n intersection I = (Z, T)</a:t>
            </a:r>
            <a:endParaRPr lang="en-US" dirty="0"/>
          </a:p>
          <a:p>
            <a:pPr lvl="1"/>
            <a:r>
              <a:rPr lang="en-TW" dirty="0"/>
              <a:t>Z</a:t>
            </a:r>
            <a:r>
              <a:rPr lang="en-US" dirty="0"/>
              <a:t>:</a:t>
            </a:r>
            <a:r>
              <a:rPr lang="en-TW" dirty="0"/>
              <a:t> the set of conflict zones</a:t>
            </a:r>
            <a:endParaRPr lang="en-US" dirty="0"/>
          </a:p>
          <a:p>
            <a:pPr lvl="1"/>
            <a:r>
              <a:rPr lang="en-TW" dirty="0"/>
              <a:t>T</a:t>
            </a:r>
            <a:r>
              <a:rPr lang="en-US" dirty="0"/>
              <a:t>:</a:t>
            </a:r>
            <a:r>
              <a:rPr lang="en-TW" dirty="0"/>
              <a:t> the set of all possible trajectories</a:t>
            </a:r>
          </a:p>
          <a:p>
            <a:r>
              <a:rPr lang="en-US" dirty="0"/>
              <a:t>A</a:t>
            </a:r>
            <a:r>
              <a:rPr lang="en-TW" dirty="0"/>
              <a:t> set of incoming vehicles X</a:t>
            </a:r>
            <a:r>
              <a:rPr lang="en-US" dirty="0"/>
              <a:t>, where </a:t>
            </a:r>
            <a:r>
              <a:rPr lang="en-TW" dirty="0"/>
              <a:t>x</a:t>
            </a:r>
            <a:r>
              <a:rPr lang="en-TW" baseline="-25000" dirty="0"/>
              <a:t>i</a:t>
            </a:r>
            <a:r>
              <a:rPr lang="en-TW" dirty="0"/>
              <a:t> = (r</a:t>
            </a:r>
            <a:r>
              <a:rPr lang="en-TW" baseline="-25000" dirty="0"/>
              <a:t>i</a:t>
            </a:r>
            <a:r>
              <a:rPr lang="en-TW" dirty="0"/>
              <a:t>, t</a:t>
            </a:r>
            <a:r>
              <a:rPr lang="en-TW" baseline="-25000" dirty="0"/>
              <a:t>i</a:t>
            </a:r>
            <a:r>
              <a:rPr lang="en-TW" dirty="0"/>
              <a:t>) ∈ X</a:t>
            </a:r>
            <a:endParaRPr lang="en-US" dirty="0"/>
          </a:p>
          <a:p>
            <a:pPr lvl="1"/>
            <a:r>
              <a:rPr lang="en-US" dirty="0" err="1"/>
              <a:t>r</a:t>
            </a:r>
            <a:r>
              <a:rPr lang="en-US" baseline="-25000" dirty="0" err="1"/>
              <a:t>i</a:t>
            </a:r>
            <a:r>
              <a:rPr lang="en-US" dirty="0"/>
              <a:t>: the </a:t>
            </a:r>
            <a:r>
              <a:rPr lang="en-TW" dirty="0"/>
              <a:t>expected arrival time</a:t>
            </a:r>
            <a:r>
              <a:rPr lang="en-US" dirty="0"/>
              <a:t> of vehicle x</a:t>
            </a:r>
            <a:r>
              <a:rPr lang="en-US" baseline="-25000" dirty="0"/>
              <a:t>i</a:t>
            </a:r>
            <a:endParaRPr lang="en-US" dirty="0"/>
          </a:p>
          <a:p>
            <a:pPr lvl="1"/>
            <a:r>
              <a:rPr lang="en-US" dirty="0" err="1"/>
              <a:t>t</a:t>
            </a:r>
            <a:r>
              <a:rPr lang="en-US" baseline="-25000" dirty="0" err="1"/>
              <a:t>i</a:t>
            </a:r>
            <a:r>
              <a:rPr lang="en-TW" altLang="zh-TW" dirty="0"/>
              <a:t> ∈ T</a:t>
            </a:r>
            <a:r>
              <a:rPr lang="en-US" altLang="zh-TW" dirty="0"/>
              <a:t>:</a:t>
            </a:r>
            <a:r>
              <a:rPr lang="en-US" dirty="0"/>
              <a:t> the trajectory of</a:t>
            </a:r>
            <a:r>
              <a:rPr lang="en-US" altLang="zh-TW" dirty="0"/>
              <a:t> vehicle x</a:t>
            </a:r>
            <a:r>
              <a:rPr lang="en-US" altLang="zh-TW" baseline="-25000" dirty="0"/>
              <a:t>i</a:t>
            </a:r>
            <a:endParaRPr lang="en-TW" dirty="0"/>
          </a:p>
          <a:p>
            <a:r>
              <a:rPr lang="en-TW" dirty="0"/>
              <a:t>Given </a:t>
            </a:r>
            <a:r>
              <a:rPr lang="en-US" dirty="0"/>
              <a:t>(</a:t>
            </a:r>
            <a:r>
              <a:rPr lang="en-TW" dirty="0"/>
              <a:t>I</a:t>
            </a:r>
            <a:r>
              <a:rPr lang="en-US" dirty="0"/>
              <a:t>, </a:t>
            </a:r>
            <a:r>
              <a:rPr lang="en-TW" dirty="0"/>
              <a:t>X</a:t>
            </a:r>
            <a:r>
              <a:rPr lang="en-US" dirty="0"/>
              <a:t>)</a:t>
            </a:r>
            <a:r>
              <a:rPr lang="en-TW" dirty="0"/>
              <a:t>, the corresponding </a:t>
            </a:r>
            <a:r>
              <a:rPr lang="en-US" dirty="0"/>
              <a:t>TCG </a:t>
            </a:r>
            <a:r>
              <a:rPr lang="en-TW" dirty="0"/>
              <a:t>G = (V, E) can be consturcted</a:t>
            </a:r>
          </a:p>
          <a:p>
            <a:pPr lvl="1"/>
            <a:r>
              <a:rPr lang="en-TW" dirty="0"/>
              <a:t>Choose</a:t>
            </a:r>
            <a:r>
              <a:rPr lang="en-US" dirty="0"/>
              <a:t> one edge (to be removed) from each pair of Type-3 edges</a:t>
            </a:r>
          </a:p>
          <a:p>
            <a:pPr lvl="1"/>
            <a:r>
              <a:rPr lang="en-US" dirty="0"/>
              <a:t>Guarantee safety (no collision), automatically satisfied by conflict zones</a:t>
            </a:r>
          </a:p>
          <a:p>
            <a:pPr lvl="1"/>
            <a:r>
              <a:rPr lang="en-US" dirty="0"/>
              <a:t>Guarantee liveness (no deadlock)</a:t>
            </a:r>
            <a:endParaRPr lang="en-T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33E02-29CF-282B-F661-05C7EC133C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6BB42ED-0428-F349-A1E9-DBFAF59858C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584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2047B-6FEE-4554-8DB9-C60BD5244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8BB9E-7A0C-44D3-BF1B-53DA24A91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Background</a:t>
            </a:r>
          </a:p>
          <a:p>
            <a:r>
              <a:rPr lang="en-US" dirty="0"/>
              <a:t>Problem Definition</a:t>
            </a:r>
            <a:endParaRPr lang="en-US" b="1" u="sng" dirty="0"/>
          </a:p>
          <a:p>
            <a:r>
              <a:rPr lang="en-US" b="1" u="sng" dirty="0"/>
              <a:t>Our Approach</a:t>
            </a:r>
          </a:p>
          <a:p>
            <a:r>
              <a:rPr lang="en-US" altLang="zh-TW" dirty="0"/>
              <a:t>Experimental Results</a:t>
            </a:r>
          </a:p>
          <a:p>
            <a:r>
              <a:rPr lang="en-US" altLang="zh-TW" dirty="0"/>
              <a:t>Conclusion</a:t>
            </a:r>
            <a:endParaRPr lang="zh-TW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C448C-27CD-4CBF-809E-0099856043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6BB42ED-0428-F349-A1E9-DBFAF59858C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986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B5E3F-D3A2-CF1C-8506-C1D2789AA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TW" dirty="0"/>
              <a:t>Our Approach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7D8FE-1EE2-6CCB-8AEA-E2882B18A0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6BB42ED-0428-F349-A1E9-DBFAF59858C6}" type="slidenum">
              <a:rPr lang="en-US" smtClean="0"/>
              <a:pPr/>
              <a:t>15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86813B7-0CC6-4B2A-8A71-027211CF1A36}"/>
              </a:ext>
            </a:extLst>
          </p:cNvPr>
          <p:cNvGrpSpPr/>
          <p:nvPr/>
        </p:nvGrpSpPr>
        <p:grpSpPr>
          <a:xfrm>
            <a:off x="1296000" y="1440000"/>
            <a:ext cx="6552000" cy="2160000"/>
            <a:chOff x="1332000" y="1872000"/>
            <a:chExt cx="6552000" cy="216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3B48989-15E5-2965-4D0B-FB4665DEACC4}"/>
                </a:ext>
              </a:extLst>
            </p:cNvPr>
            <p:cNvSpPr/>
            <p:nvPr/>
          </p:nvSpPr>
          <p:spPr>
            <a:xfrm>
              <a:off x="1332000" y="3024000"/>
              <a:ext cx="2160000" cy="100800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14400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libri" panose="020F0502020204030204" pitchFamily="34" charset="0"/>
                </a:rPr>
                <a:t>Graph-Based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Calibri" panose="020F0502020204030204" pitchFamily="34" charset="0"/>
                </a:rPr>
                <a:t>Intersection Model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787772A-2A57-DA78-95E7-B7273218F7EC}"/>
                </a:ext>
              </a:extLst>
            </p:cNvPr>
            <p:cNvSpPr/>
            <p:nvPr/>
          </p:nvSpPr>
          <p:spPr>
            <a:xfrm>
              <a:off x="5508000" y="3024000"/>
              <a:ext cx="2160000" cy="100800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libri" panose="020F0502020204030204" pitchFamily="34" charset="0"/>
                </a:rPr>
                <a:t>Reinforcement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Calibri" panose="020F0502020204030204" pitchFamily="34" charset="0"/>
                </a:rPr>
                <a:t>Learning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01799DD-FEC3-3719-CE69-CBEC940F060C}"/>
                </a:ext>
              </a:extLst>
            </p:cNvPr>
            <p:cNvSpPr/>
            <p:nvPr/>
          </p:nvSpPr>
          <p:spPr>
            <a:xfrm>
              <a:off x="3348000" y="3168000"/>
              <a:ext cx="288000" cy="720000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vert" lIns="0" tIns="0" rIns="0" bIns="0" rtlCol="0" anchor="ctr"/>
            <a:lstStyle/>
            <a:p>
              <a:pPr algn="ctr"/>
              <a:r>
                <a:rPr lang="en-TW" dirty="0">
                  <a:solidFill>
                    <a:schemeClr val="tx1"/>
                  </a:solidFill>
                  <a:latin typeface="Calibri" panose="020F0502020204030204" pitchFamily="34" charset="0"/>
                </a:rPr>
                <a:t>JSSP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A97790E-976F-B152-05AA-2B1BC1ED82A7}"/>
                </a:ext>
              </a:extLst>
            </p:cNvPr>
            <p:cNvSpPr/>
            <p:nvPr/>
          </p:nvSpPr>
          <p:spPr>
            <a:xfrm>
              <a:off x="5364000" y="3168000"/>
              <a:ext cx="288000" cy="720000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vert" lIns="0" tIns="0" rIns="0" bIns="0" rtlCol="0" anchor="ctr"/>
            <a:lstStyle/>
            <a:p>
              <a:pPr algn="ctr"/>
              <a:r>
                <a:rPr lang="en-TW" dirty="0">
                  <a:solidFill>
                    <a:schemeClr val="tx1"/>
                  </a:solidFill>
                  <a:latin typeface="Calibri" panose="020F0502020204030204" pitchFamily="34" charset="0"/>
                </a:rPr>
                <a:t>GNN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DF08731-20B2-8832-5093-B5AF330581CC}"/>
                </a:ext>
              </a:extLst>
            </p:cNvPr>
            <p:cNvCxnSpPr>
              <a:cxnSpLocks/>
              <a:stCxn id="14" idx="3"/>
              <a:endCxn id="15" idx="1"/>
            </p:cNvCxnSpPr>
            <p:nvPr/>
          </p:nvCxnSpPr>
          <p:spPr>
            <a:xfrm>
              <a:off x="3636000" y="3528000"/>
              <a:ext cx="1728000" cy="0"/>
            </a:xfrm>
            <a:prstGeom prst="line">
              <a:avLst/>
            </a:prstGeom>
            <a:ln w="3175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5E73A91-5EB8-98A0-99DD-8F32BF51B100}"/>
                </a:ext>
              </a:extLst>
            </p:cNvPr>
            <p:cNvSpPr txBox="1"/>
            <p:nvPr/>
          </p:nvSpPr>
          <p:spPr>
            <a:xfrm>
              <a:off x="1332000" y="1872000"/>
              <a:ext cx="2160000" cy="576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algn="ctr"/>
              <a:r>
                <a:rPr lang="en-TW" dirty="0">
                  <a:latin typeface="Calibri" panose="020F0502020204030204" pitchFamily="34" charset="0"/>
                  <a:cs typeface="Calibri" panose="020F0502020204030204" pitchFamily="34" charset="0"/>
                </a:rPr>
                <a:t>Batches of</a:t>
              </a:r>
              <a:b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TW" dirty="0">
                  <a:latin typeface="Calibri" panose="020F0502020204030204" pitchFamily="34" charset="0"/>
                  <a:cs typeface="Calibri" panose="020F0502020204030204" pitchFamily="34" charset="0"/>
                </a:rPr>
                <a:t>Incoming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TW" dirty="0">
                  <a:latin typeface="Calibri" panose="020F0502020204030204" pitchFamily="34" charset="0"/>
                  <a:cs typeface="Calibri" panose="020F0502020204030204" pitchFamily="34" charset="0"/>
                </a:rPr>
                <a:t>Vehicle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s</a:t>
              </a:r>
              <a:endParaRPr lang="en-TW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BD287B8-C71B-6ABA-FCB1-4851854356B7}"/>
                </a:ext>
              </a:extLst>
            </p:cNvPr>
            <p:cNvCxnSpPr>
              <a:cxnSpLocks/>
            </p:cNvCxnSpPr>
            <p:nvPr/>
          </p:nvCxnSpPr>
          <p:spPr>
            <a:xfrm>
              <a:off x="2412000" y="2448000"/>
              <a:ext cx="0" cy="576000"/>
            </a:xfrm>
            <a:prstGeom prst="straightConnector1">
              <a:avLst/>
            </a:prstGeom>
            <a:ln w="317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1B67741-66BE-2369-DC2F-8AC096A10C21}"/>
                </a:ext>
              </a:extLst>
            </p:cNvPr>
            <p:cNvSpPr txBox="1"/>
            <p:nvPr/>
          </p:nvSpPr>
          <p:spPr>
            <a:xfrm>
              <a:off x="2412000" y="2556000"/>
              <a:ext cx="2016000" cy="28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TW" dirty="0">
                  <a:latin typeface="Calibri" panose="020F0502020204030204" pitchFamily="34" charset="0"/>
                  <a:cs typeface="Calibri" panose="020F0502020204030204" pitchFamily="34" charset="0"/>
                </a:rPr>
                <a:t>(Grouping Strategy)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CB45B41-7B89-A942-B85A-E0859A25F9F8}"/>
                </a:ext>
              </a:extLst>
            </p:cNvPr>
            <p:cNvSpPr txBox="1"/>
            <p:nvPr/>
          </p:nvSpPr>
          <p:spPr>
            <a:xfrm>
              <a:off x="5292000" y="1872000"/>
              <a:ext cx="2592000" cy="576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TW" dirty="0">
                  <a:latin typeface="Calibri" panose="020F0502020204030204" pitchFamily="34" charset="0"/>
                  <a:cs typeface="Calibri" panose="020F0502020204030204" pitchFamily="34" charset="0"/>
                </a:rPr>
                <a:t>Centralized Learning-Based</a:t>
              </a:r>
            </a:p>
            <a:p>
              <a:pPr algn="ctr"/>
              <a:r>
                <a:rPr lang="en-TW" dirty="0">
                  <a:latin typeface="Calibri" panose="020F0502020204030204" pitchFamily="34" charset="0"/>
                  <a:cs typeface="Calibri" panose="020F0502020204030204" pitchFamily="34" charset="0"/>
                </a:rPr>
                <a:t>Intersection Manager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76A7E4A-FD57-23CC-21D9-801289E149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8000" y="2448000"/>
              <a:ext cx="0" cy="576000"/>
            </a:xfrm>
            <a:prstGeom prst="straightConnector1">
              <a:avLst/>
            </a:prstGeom>
            <a:ln w="317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00858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6698-80C5-41A6-8B0D-26C95901A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Our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92CDC-E21B-4A77-B255-3DB6C100F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Step 1</a:t>
            </a:r>
            <a:r>
              <a:rPr lang="en-US" dirty="0"/>
              <a:t>. Build a timing conflict graph based on the information of incoming vehicles</a:t>
            </a:r>
          </a:p>
          <a:p>
            <a:pPr lvl="1"/>
            <a:r>
              <a:rPr lang="en-US" dirty="0"/>
              <a:t>Optionally split vehicles into smaller groups for better performance</a:t>
            </a:r>
          </a:p>
          <a:p>
            <a:r>
              <a:rPr lang="en-US" b="1" u="sng" dirty="0"/>
              <a:t>Step 2</a:t>
            </a:r>
            <a:r>
              <a:rPr lang="en-US" dirty="0"/>
              <a:t>. Transform the timing conflict graph into a JSSP graph-based formulation with additional constraints</a:t>
            </a:r>
          </a:p>
          <a:p>
            <a:r>
              <a:rPr lang="en-US" b="1" u="sng" dirty="0"/>
              <a:t>Step 3</a:t>
            </a:r>
            <a:r>
              <a:rPr lang="en-US" dirty="0"/>
              <a:t>. Use the learned policy to solve the JSSP</a:t>
            </a:r>
          </a:p>
          <a:p>
            <a:r>
              <a:rPr lang="en-US" b="1" u="sng" dirty="0"/>
              <a:t>Step 4</a:t>
            </a:r>
            <a:r>
              <a:rPr lang="en-US" dirty="0"/>
              <a:t>. Use the scheduling results to improve the policy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89F09-7D7C-4C55-A82F-4FBAF9C04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6BB42ED-0428-F349-A1E9-DBFAF59858C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586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B4AB0-5DD7-D142-659E-ABC16AE87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TW" dirty="0"/>
              <a:t>Building Timing Conflict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82CE8-E3C1-C0AC-41C2-AD5CFFDF4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Step 1</a:t>
            </a:r>
            <a:r>
              <a:rPr lang="en-US" dirty="0"/>
              <a:t>. Build a timing conflict graph based on the information of incoming vehicles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14E94-2BF0-6A5A-008A-DBE046F6F0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6BB42ED-0428-F349-A1E9-DBFAF59858C6}" type="slidenum">
              <a:rPr lang="en-US" smtClean="0"/>
              <a:pPr/>
              <a:t>17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D14F061-1A70-459C-BE18-97A42705E70F}"/>
              </a:ext>
            </a:extLst>
          </p:cNvPr>
          <p:cNvGrpSpPr/>
          <p:nvPr/>
        </p:nvGrpSpPr>
        <p:grpSpPr>
          <a:xfrm>
            <a:off x="1224000" y="2016000"/>
            <a:ext cx="6912000" cy="1656000"/>
            <a:chOff x="1224000" y="2736000"/>
            <a:chExt cx="6912000" cy="1656000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54E3218A-B819-4030-9962-8B1974EC14FE}"/>
                </a:ext>
              </a:extLst>
            </p:cNvPr>
            <p:cNvGrpSpPr/>
            <p:nvPr/>
          </p:nvGrpSpPr>
          <p:grpSpPr>
            <a:xfrm>
              <a:off x="1224000" y="2736000"/>
              <a:ext cx="2160000" cy="1656000"/>
              <a:chOff x="1296000" y="2988000"/>
              <a:chExt cx="2160000" cy="1656000"/>
            </a:xfrm>
          </p:grpSpPr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1408CF88-4264-4620-91FE-9F2E5BF82FCB}"/>
                  </a:ext>
                </a:extLst>
              </p:cNvPr>
              <p:cNvGrpSpPr/>
              <p:nvPr/>
            </p:nvGrpSpPr>
            <p:grpSpPr>
              <a:xfrm>
                <a:off x="1296000" y="2988000"/>
                <a:ext cx="2160000" cy="1584000"/>
                <a:chOff x="1296000" y="216000"/>
                <a:chExt cx="2160000" cy="1584000"/>
              </a:xfrm>
            </p:grpSpPr>
            <p:grpSp>
              <p:nvGrpSpPr>
                <p:cNvPr id="151" name="Group 150">
                  <a:extLst>
                    <a:ext uri="{FF2B5EF4-FFF2-40B4-BE49-F238E27FC236}">
                      <a16:creationId xmlns:a16="http://schemas.microsoft.com/office/drawing/2014/main" id="{55048654-DC42-41AD-ACEB-8EB2F4D34B97}"/>
                    </a:ext>
                  </a:extLst>
                </p:cNvPr>
                <p:cNvGrpSpPr/>
                <p:nvPr/>
              </p:nvGrpSpPr>
              <p:grpSpPr>
                <a:xfrm>
                  <a:off x="1296000" y="216000"/>
                  <a:ext cx="2160000" cy="1584000"/>
                  <a:chOff x="-216000" y="216000"/>
                  <a:chExt cx="2160000" cy="1584000"/>
                </a:xfrm>
              </p:grpSpPr>
              <p:cxnSp>
                <p:nvCxnSpPr>
                  <p:cNvPr id="156" name="Straight Connector 155">
                    <a:extLst>
                      <a:ext uri="{FF2B5EF4-FFF2-40B4-BE49-F238E27FC236}">
                        <a16:creationId xmlns:a16="http://schemas.microsoft.com/office/drawing/2014/main" id="{9EC574C3-08FD-433F-A4BC-71AB773AE591}"/>
                      </a:ext>
                    </a:extLst>
                  </p:cNvPr>
                  <p:cNvCxnSpPr/>
                  <p:nvPr/>
                </p:nvCxnSpPr>
                <p:spPr>
                  <a:xfrm>
                    <a:off x="-216000" y="648000"/>
                    <a:ext cx="864000" cy="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" name="Straight Connector 156">
                    <a:extLst>
                      <a:ext uri="{FF2B5EF4-FFF2-40B4-BE49-F238E27FC236}">
                        <a16:creationId xmlns:a16="http://schemas.microsoft.com/office/drawing/2014/main" id="{4807F625-5C01-4CAA-8423-98F56160B065}"/>
                      </a:ext>
                    </a:extLst>
                  </p:cNvPr>
                  <p:cNvCxnSpPr/>
                  <p:nvPr/>
                </p:nvCxnSpPr>
                <p:spPr>
                  <a:xfrm>
                    <a:off x="648000" y="216000"/>
                    <a:ext cx="0" cy="43200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" name="Straight Connector 157">
                    <a:extLst>
                      <a:ext uri="{FF2B5EF4-FFF2-40B4-BE49-F238E27FC236}">
                        <a16:creationId xmlns:a16="http://schemas.microsoft.com/office/drawing/2014/main" id="{58B8B141-5D2B-4FE5-BE38-968347324D38}"/>
                      </a:ext>
                    </a:extLst>
                  </p:cNvPr>
                  <p:cNvCxnSpPr/>
                  <p:nvPr/>
                </p:nvCxnSpPr>
                <p:spPr>
                  <a:xfrm>
                    <a:off x="1080000" y="216000"/>
                    <a:ext cx="0" cy="43200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9" name="Straight Connector 158">
                    <a:extLst>
                      <a:ext uri="{FF2B5EF4-FFF2-40B4-BE49-F238E27FC236}">
                        <a16:creationId xmlns:a16="http://schemas.microsoft.com/office/drawing/2014/main" id="{CA7B3F95-1A20-4FB5-86B4-E040E30FCDFD}"/>
                      </a:ext>
                    </a:extLst>
                  </p:cNvPr>
                  <p:cNvCxnSpPr/>
                  <p:nvPr/>
                </p:nvCxnSpPr>
                <p:spPr>
                  <a:xfrm>
                    <a:off x="1512000" y="216000"/>
                    <a:ext cx="0" cy="43200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0" name="Straight Connector 159">
                    <a:extLst>
                      <a:ext uri="{FF2B5EF4-FFF2-40B4-BE49-F238E27FC236}">
                        <a16:creationId xmlns:a16="http://schemas.microsoft.com/office/drawing/2014/main" id="{70CF198F-98C4-4A85-BC7E-972DD0234B12}"/>
                      </a:ext>
                    </a:extLst>
                  </p:cNvPr>
                  <p:cNvCxnSpPr/>
                  <p:nvPr/>
                </p:nvCxnSpPr>
                <p:spPr>
                  <a:xfrm>
                    <a:off x="1512000" y="648000"/>
                    <a:ext cx="432000" cy="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1" name="Straight Connector 160">
                    <a:extLst>
                      <a:ext uri="{FF2B5EF4-FFF2-40B4-BE49-F238E27FC236}">
                        <a16:creationId xmlns:a16="http://schemas.microsoft.com/office/drawing/2014/main" id="{12869A0C-E794-471D-9EAB-506D566A3147}"/>
                      </a:ext>
                    </a:extLst>
                  </p:cNvPr>
                  <p:cNvCxnSpPr/>
                  <p:nvPr/>
                </p:nvCxnSpPr>
                <p:spPr>
                  <a:xfrm>
                    <a:off x="-216000" y="1080000"/>
                    <a:ext cx="864000" cy="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Straight Connector 161">
                    <a:extLst>
                      <a:ext uri="{FF2B5EF4-FFF2-40B4-BE49-F238E27FC236}">
                        <a16:creationId xmlns:a16="http://schemas.microsoft.com/office/drawing/2014/main" id="{E84C9447-1944-426E-BD79-712683E5552E}"/>
                      </a:ext>
                    </a:extLst>
                  </p:cNvPr>
                  <p:cNvCxnSpPr/>
                  <p:nvPr/>
                </p:nvCxnSpPr>
                <p:spPr>
                  <a:xfrm>
                    <a:off x="-216000" y="1512000"/>
                    <a:ext cx="864000" cy="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3" name="Straight Connector 162">
                    <a:extLst>
                      <a:ext uri="{FF2B5EF4-FFF2-40B4-BE49-F238E27FC236}">
                        <a16:creationId xmlns:a16="http://schemas.microsoft.com/office/drawing/2014/main" id="{0DCF6E18-98C9-4C9C-A0CE-783653BFCBE2}"/>
                      </a:ext>
                    </a:extLst>
                  </p:cNvPr>
                  <p:cNvCxnSpPr/>
                  <p:nvPr/>
                </p:nvCxnSpPr>
                <p:spPr>
                  <a:xfrm>
                    <a:off x="648000" y="1512000"/>
                    <a:ext cx="0" cy="28800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4" name="Straight Connector 163">
                    <a:extLst>
                      <a:ext uri="{FF2B5EF4-FFF2-40B4-BE49-F238E27FC236}">
                        <a16:creationId xmlns:a16="http://schemas.microsoft.com/office/drawing/2014/main" id="{EBEC194B-F8C3-406A-A7C0-363FB96CBAA9}"/>
                      </a:ext>
                    </a:extLst>
                  </p:cNvPr>
                  <p:cNvCxnSpPr/>
                  <p:nvPr/>
                </p:nvCxnSpPr>
                <p:spPr>
                  <a:xfrm>
                    <a:off x="1080000" y="1512000"/>
                    <a:ext cx="0" cy="28800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5" name="Straight Connector 164">
                    <a:extLst>
                      <a:ext uri="{FF2B5EF4-FFF2-40B4-BE49-F238E27FC236}">
                        <a16:creationId xmlns:a16="http://schemas.microsoft.com/office/drawing/2014/main" id="{DBC32872-AACB-4822-8705-3743A5F1EF43}"/>
                      </a:ext>
                    </a:extLst>
                  </p:cNvPr>
                  <p:cNvCxnSpPr/>
                  <p:nvPr/>
                </p:nvCxnSpPr>
                <p:spPr>
                  <a:xfrm>
                    <a:off x="1512000" y="1512000"/>
                    <a:ext cx="0" cy="28800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6" name="Straight Connector 165">
                    <a:extLst>
                      <a:ext uri="{FF2B5EF4-FFF2-40B4-BE49-F238E27FC236}">
                        <a16:creationId xmlns:a16="http://schemas.microsoft.com/office/drawing/2014/main" id="{8F84B053-99BD-402C-8242-CA870434D182}"/>
                      </a:ext>
                    </a:extLst>
                  </p:cNvPr>
                  <p:cNvCxnSpPr/>
                  <p:nvPr/>
                </p:nvCxnSpPr>
                <p:spPr>
                  <a:xfrm>
                    <a:off x="1512000" y="1080000"/>
                    <a:ext cx="432000" cy="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7" name="Straight Connector 166">
                    <a:extLst>
                      <a:ext uri="{FF2B5EF4-FFF2-40B4-BE49-F238E27FC236}">
                        <a16:creationId xmlns:a16="http://schemas.microsoft.com/office/drawing/2014/main" id="{A72F7817-5DAF-4299-8FC3-C163A9E52E94}"/>
                      </a:ext>
                    </a:extLst>
                  </p:cNvPr>
                  <p:cNvCxnSpPr/>
                  <p:nvPr/>
                </p:nvCxnSpPr>
                <p:spPr>
                  <a:xfrm>
                    <a:off x="1512000" y="1512000"/>
                    <a:ext cx="432000" cy="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8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2" name="Rectangle 151">
                  <a:extLst>
                    <a:ext uri="{FF2B5EF4-FFF2-40B4-BE49-F238E27FC236}">
                      <a16:creationId xmlns:a16="http://schemas.microsoft.com/office/drawing/2014/main" id="{FE032E90-F9AE-4EC8-8B54-B42495D3BF84}"/>
                    </a:ext>
                  </a:extLst>
                </p:cNvPr>
                <p:cNvSpPr/>
                <p:nvPr/>
              </p:nvSpPr>
              <p:spPr>
                <a:xfrm>
                  <a:off x="2160000" y="648000"/>
                  <a:ext cx="432000" cy="432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18000" bIns="252000" rtlCol="0" anchor="ctr" anchorCtr="0"/>
                <a:lstStyle/>
                <a:p>
                  <a:pPr algn="r"/>
                  <a:r>
                    <a:rPr lang="en-US" sz="1600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D</a:t>
                  </a:r>
                </a:p>
              </p:txBody>
            </p:sp>
            <p:sp>
              <p:nvSpPr>
                <p:cNvPr id="153" name="Rectangle 152">
                  <a:extLst>
                    <a:ext uri="{FF2B5EF4-FFF2-40B4-BE49-F238E27FC236}">
                      <a16:creationId xmlns:a16="http://schemas.microsoft.com/office/drawing/2014/main" id="{EAFA7199-8EB3-4A55-BAB7-0D3B8BFF7326}"/>
                    </a:ext>
                  </a:extLst>
                </p:cNvPr>
                <p:cNvSpPr/>
                <p:nvPr/>
              </p:nvSpPr>
              <p:spPr>
                <a:xfrm>
                  <a:off x="2160000" y="1080000"/>
                  <a:ext cx="432000" cy="432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18000" bIns="252000" rtlCol="0" anchor="ctr" anchorCtr="0"/>
                <a:lstStyle/>
                <a:p>
                  <a:pPr algn="r"/>
                  <a:r>
                    <a:rPr lang="en-US" sz="1600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</a:p>
              </p:txBody>
            </p:sp>
            <p:sp>
              <p:nvSpPr>
                <p:cNvPr id="154" name="Rectangle 153">
                  <a:extLst>
                    <a:ext uri="{FF2B5EF4-FFF2-40B4-BE49-F238E27FC236}">
                      <a16:creationId xmlns:a16="http://schemas.microsoft.com/office/drawing/2014/main" id="{745196CF-594D-43B2-B80B-CF7AF390CA69}"/>
                    </a:ext>
                  </a:extLst>
                </p:cNvPr>
                <p:cNvSpPr/>
                <p:nvPr/>
              </p:nvSpPr>
              <p:spPr>
                <a:xfrm>
                  <a:off x="2592000" y="1080000"/>
                  <a:ext cx="432000" cy="432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18000" bIns="252000" rtlCol="0" anchor="ctr" anchorCtr="0"/>
                <a:lstStyle/>
                <a:p>
                  <a:pPr algn="r"/>
                  <a:r>
                    <a:rPr lang="en-US" sz="1600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B</a:t>
                  </a:r>
                </a:p>
              </p:txBody>
            </p:sp>
            <p:sp>
              <p:nvSpPr>
                <p:cNvPr id="155" name="Rectangle 154">
                  <a:extLst>
                    <a:ext uri="{FF2B5EF4-FFF2-40B4-BE49-F238E27FC236}">
                      <a16:creationId xmlns:a16="http://schemas.microsoft.com/office/drawing/2014/main" id="{F4C1B08E-5F4F-482F-B3B3-56207C2F166F}"/>
                    </a:ext>
                  </a:extLst>
                </p:cNvPr>
                <p:cNvSpPr/>
                <p:nvPr/>
              </p:nvSpPr>
              <p:spPr>
                <a:xfrm>
                  <a:off x="2592000" y="648000"/>
                  <a:ext cx="432000" cy="432000"/>
                </a:xfrm>
                <a:prstGeom prst="rect">
                  <a:avLst/>
                </a:prstGeom>
                <a:solidFill>
                  <a:srgbClr val="FFFFCC"/>
                </a:solidFill>
                <a:ln w="1270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18000" bIns="252000" rtlCol="0" anchor="ctr" anchorCtr="0"/>
                <a:lstStyle/>
                <a:p>
                  <a:pPr algn="r"/>
                  <a:r>
                    <a:rPr lang="en-US" sz="1600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</a:p>
              </p:txBody>
            </p:sp>
          </p:grp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F5886B30-3518-457E-80A7-9FED70E08628}"/>
                  </a:ext>
                </a:extLst>
              </p:cNvPr>
              <p:cNvSpPr/>
              <p:nvPr/>
            </p:nvSpPr>
            <p:spPr>
              <a:xfrm>
                <a:off x="1728000" y="3960000"/>
                <a:ext cx="288000" cy="216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8FD84C56-D2C1-4A8B-AD4D-D7158B04F8F9}"/>
                  </a:ext>
                </a:extLst>
              </p:cNvPr>
              <p:cNvSpPr/>
              <p:nvPr/>
            </p:nvSpPr>
            <p:spPr>
              <a:xfrm>
                <a:off x="1296000" y="4032000"/>
                <a:ext cx="288000" cy="216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FA1A10A4-38FB-4596-B339-BEE0679F45D2}"/>
                  </a:ext>
                </a:extLst>
              </p:cNvPr>
              <p:cNvSpPr/>
              <p:nvPr/>
            </p:nvSpPr>
            <p:spPr>
              <a:xfrm>
                <a:off x="3168000" y="3528000"/>
                <a:ext cx="288000" cy="216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3E45290C-D346-4EDF-A3F9-9534BC5A7857}"/>
                  </a:ext>
                </a:extLst>
              </p:cNvPr>
              <p:cNvCxnSpPr/>
              <p:nvPr/>
            </p:nvCxnSpPr>
            <p:spPr>
              <a:xfrm flipH="1">
                <a:off x="2664000" y="3636000"/>
                <a:ext cx="5040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olid"/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81A29E96-04A7-4A05-9C6A-DECD95F468A8}"/>
                  </a:ext>
                </a:extLst>
              </p:cNvPr>
              <p:cNvCxnSpPr/>
              <p:nvPr/>
            </p:nvCxnSpPr>
            <p:spPr>
              <a:xfrm>
                <a:off x="2376000" y="3924000"/>
                <a:ext cx="0" cy="50400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olid"/>
                <a:headEnd type="none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Arrow Connector 145">
                <a:extLst>
                  <a:ext uri="{FF2B5EF4-FFF2-40B4-BE49-F238E27FC236}">
                    <a16:creationId xmlns:a16="http://schemas.microsoft.com/office/drawing/2014/main" id="{53DD6512-DE3B-4E0B-8998-D05329BB155C}"/>
                  </a:ext>
                </a:extLst>
              </p:cNvPr>
              <p:cNvCxnSpPr/>
              <p:nvPr/>
            </p:nvCxnSpPr>
            <p:spPr>
              <a:xfrm flipH="1" flipV="1">
                <a:off x="2808000" y="3276000"/>
                <a:ext cx="0" cy="50400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olid"/>
                <a:headEnd type="none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Arrow Connector 146">
                <a:extLst>
                  <a:ext uri="{FF2B5EF4-FFF2-40B4-BE49-F238E27FC236}">
                    <a16:creationId xmlns:a16="http://schemas.microsoft.com/office/drawing/2014/main" id="{E95EE119-215F-41ED-AB62-87900964BA04}"/>
                  </a:ext>
                </a:extLst>
              </p:cNvPr>
              <p:cNvCxnSpPr/>
              <p:nvPr/>
            </p:nvCxnSpPr>
            <p:spPr>
              <a:xfrm>
                <a:off x="2016000" y="4068000"/>
                <a:ext cx="5040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olid"/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8" name="Arc 147">
                <a:extLst>
                  <a:ext uri="{FF2B5EF4-FFF2-40B4-BE49-F238E27FC236}">
                    <a16:creationId xmlns:a16="http://schemas.microsoft.com/office/drawing/2014/main" id="{F8BE1BD2-E83E-4E8E-979A-F4494D653EFC}"/>
                  </a:ext>
                </a:extLst>
              </p:cNvPr>
              <p:cNvSpPr/>
              <p:nvPr/>
            </p:nvSpPr>
            <p:spPr>
              <a:xfrm>
                <a:off x="2196000" y="3456000"/>
                <a:ext cx="612000" cy="612000"/>
              </a:xfrm>
              <a:prstGeom prst="arc">
                <a:avLst>
                  <a:gd name="adj1" fmla="val 21553819"/>
                  <a:gd name="adj2" fmla="val 5411647"/>
                </a:avLst>
              </a:prstGeom>
              <a:ln w="1905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49" name="Straight Arrow Connector 148">
                <a:extLst>
                  <a:ext uri="{FF2B5EF4-FFF2-40B4-BE49-F238E27FC236}">
                    <a16:creationId xmlns:a16="http://schemas.microsoft.com/office/drawing/2014/main" id="{06B6EB81-0961-49DC-AA84-E60E19992252}"/>
                  </a:ext>
                </a:extLst>
              </p:cNvPr>
              <p:cNvCxnSpPr/>
              <p:nvPr/>
            </p:nvCxnSpPr>
            <p:spPr>
              <a:xfrm>
                <a:off x="1584000" y="4212000"/>
                <a:ext cx="4680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olid"/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0" name="Arc 149">
                <a:extLst>
                  <a:ext uri="{FF2B5EF4-FFF2-40B4-BE49-F238E27FC236}">
                    <a16:creationId xmlns:a16="http://schemas.microsoft.com/office/drawing/2014/main" id="{9298DA77-8CBD-454D-AA8D-FE2C6CE7F37A}"/>
                  </a:ext>
                </a:extLst>
              </p:cNvPr>
              <p:cNvSpPr/>
              <p:nvPr/>
            </p:nvSpPr>
            <p:spPr>
              <a:xfrm>
                <a:off x="1836000" y="4212000"/>
                <a:ext cx="432000" cy="432000"/>
              </a:xfrm>
              <a:prstGeom prst="arc">
                <a:avLst>
                  <a:gd name="adj1" fmla="val 16163289"/>
                  <a:gd name="adj2" fmla="val 103256"/>
                </a:avLst>
              </a:prstGeom>
              <a:ln w="19050">
                <a:solidFill>
                  <a:schemeClr val="tx1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594C46FD-87BE-4413-B02C-E46937D9B964}"/>
                </a:ext>
              </a:extLst>
            </p:cNvPr>
            <p:cNvGrpSpPr/>
            <p:nvPr/>
          </p:nvGrpSpPr>
          <p:grpSpPr>
            <a:xfrm>
              <a:off x="4032000" y="2952000"/>
              <a:ext cx="4104000" cy="1224000"/>
              <a:chOff x="3744000" y="3204000"/>
              <a:chExt cx="4104000" cy="1224000"/>
            </a:xfrm>
          </p:grpSpPr>
          <p:grpSp>
            <p:nvGrpSpPr>
              <p:cNvPr id="169" name="Group 168">
                <a:extLst>
                  <a:ext uri="{FF2B5EF4-FFF2-40B4-BE49-F238E27FC236}">
                    <a16:creationId xmlns:a16="http://schemas.microsoft.com/office/drawing/2014/main" id="{F0B11C26-6D70-4A27-833F-E51F5AAF893C}"/>
                  </a:ext>
                </a:extLst>
              </p:cNvPr>
              <p:cNvGrpSpPr/>
              <p:nvPr/>
            </p:nvGrpSpPr>
            <p:grpSpPr>
              <a:xfrm>
                <a:off x="3744000" y="3204000"/>
                <a:ext cx="2808000" cy="1224000"/>
                <a:chOff x="3744000" y="3204000"/>
                <a:chExt cx="2808000" cy="1224000"/>
              </a:xfrm>
            </p:grpSpPr>
            <p:sp>
              <p:nvSpPr>
                <p:cNvPr id="193" name="Oval 192">
                  <a:extLst>
                    <a:ext uri="{FF2B5EF4-FFF2-40B4-BE49-F238E27FC236}">
                      <a16:creationId xmlns:a16="http://schemas.microsoft.com/office/drawing/2014/main" id="{931CDE07-8C14-4EEF-A27D-FD95BA07EEC7}"/>
                    </a:ext>
                  </a:extLst>
                </p:cNvPr>
                <p:cNvSpPr/>
                <p:nvPr/>
              </p:nvSpPr>
              <p:spPr>
                <a:xfrm>
                  <a:off x="3744000" y="3204000"/>
                  <a:ext cx="432000" cy="432000"/>
                </a:xfrm>
                <a:prstGeom prst="ellipse">
                  <a:avLst/>
                </a:prstGeom>
                <a:solidFill>
                  <a:srgbClr val="FFFFCC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1,A</a:t>
                  </a:r>
                </a:p>
              </p:txBody>
            </p:sp>
            <p:sp>
              <p:nvSpPr>
                <p:cNvPr id="194" name="Oval 193">
                  <a:extLst>
                    <a:ext uri="{FF2B5EF4-FFF2-40B4-BE49-F238E27FC236}">
                      <a16:creationId xmlns:a16="http://schemas.microsoft.com/office/drawing/2014/main" id="{4B843D04-ECC6-44E7-BA3F-E9DCC26A2906}"/>
                    </a:ext>
                  </a:extLst>
                </p:cNvPr>
                <p:cNvSpPr/>
                <p:nvPr/>
              </p:nvSpPr>
              <p:spPr>
                <a:xfrm>
                  <a:off x="4536000" y="3204000"/>
                  <a:ext cx="432000" cy="432000"/>
                </a:xfrm>
                <a:prstGeom prst="ellipse">
                  <a:avLst/>
                </a:prstGeom>
                <a:solidFill>
                  <a:srgbClr val="FFFFCC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1,B</a:t>
                  </a:r>
                </a:p>
              </p:txBody>
            </p:sp>
            <p:sp>
              <p:nvSpPr>
                <p:cNvPr id="195" name="Oval 194">
                  <a:extLst>
                    <a:ext uri="{FF2B5EF4-FFF2-40B4-BE49-F238E27FC236}">
                      <a16:creationId xmlns:a16="http://schemas.microsoft.com/office/drawing/2014/main" id="{45081A88-099D-4957-A6CC-DD44C5BECCF3}"/>
                    </a:ext>
                  </a:extLst>
                </p:cNvPr>
                <p:cNvSpPr/>
                <p:nvPr/>
              </p:nvSpPr>
              <p:spPr>
                <a:xfrm>
                  <a:off x="5328000" y="3204000"/>
                  <a:ext cx="432000" cy="432000"/>
                </a:xfrm>
                <a:prstGeom prst="ellipse">
                  <a:avLst/>
                </a:prstGeom>
                <a:solidFill>
                  <a:srgbClr val="FFFFCC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1,C</a:t>
                  </a:r>
                </a:p>
              </p:txBody>
            </p:sp>
            <p:sp>
              <p:nvSpPr>
                <p:cNvPr id="196" name="Oval 195">
                  <a:extLst>
                    <a:ext uri="{FF2B5EF4-FFF2-40B4-BE49-F238E27FC236}">
                      <a16:creationId xmlns:a16="http://schemas.microsoft.com/office/drawing/2014/main" id="{F690DC6A-DD7C-45D0-9890-9B383B1B579D}"/>
                    </a:ext>
                  </a:extLst>
                </p:cNvPr>
                <p:cNvSpPr/>
                <p:nvPr/>
              </p:nvSpPr>
              <p:spPr>
                <a:xfrm>
                  <a:off x="3744000" y="3996000"/>
                  <a:ext cx="432000" cy="432000"/>
                </a:xfrm>
                <a:prstGeom prst="ellipse">
                  <a:avLst/>
                </a:prstGeom>
                <a:solidFill>
                  <a:srgbClr val="FFFFCC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2,A</a:t>
                  </a:r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BD3E9981-C79C-4892-8F58-2CF064CAA3CD}"/>
                    </a:ext>
                  </a:extLst>
                </p:cNvPr>
                <p:cNvSpPr/>
                <p:nvPr/>
              </p:nvSpPr>
              <p:spPr>
                <a:xfrm>
                  <a:off x="6120000" y="3996000"/>
                  <a:ext cx="432000" cy="432000"/>
                </a:xfrm>
                <a:prstGeom prst="ellipse">
                  <a:avLst/>
                </a:prstGeom>
                <a:solidFill>
                  <a:srgbClr val="FFFFCC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3,C</a:t>
                  </a:r>
                </a:p>
              </p:txBody>
            </p:sp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4D6819AB-5AE4-4002-93EE-4CF90C36F9BD}"/>
                    </a:ext>
                  </a:extLst>
                </p:cNvPr>
                <p:cNvSpPr/>
                <p:nvPr/>
              </p:nvSpPr>
              <p:spPr>
                <a:xfrm>
                  <a:off x="5328000" y="3996000"/>
                  <a:ext cx="432000" cy="432000"/>
                </a:xfrm>
                <a:prstGeom prst="ellipse">
                  <a:avLst/>
                </a:prstGeom>
                <a:solidFill>
                  <a:srgbClr val="FFFFCC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3,D</a:t>
                  </a:r>
                </a:p>
              </p:txBody>
            </p:sp>
            <p:sp>
              <p:nvSpPr>
                <p:cNvPr id="200" name="Oval 199">
                  <a:extLst>
                    <a:ext uri="{FF2B5EF4-FFF2-40B4-BE49-F238E27FC236}">
                      <a16:creationId xmlns:a16="http://schemas.microsoft.com/office/drawing/2014/main" id="{D3EB3E5E-0A2B-4B9C-977F-752C2C02BB0F}"/>
                    </a:ext>
                  </a:extLst>
                </p:cNvPr>
                <p:cNvSpPr/>
                <p:nvPr/>
              </p:nvSpPr>
              <p:spPr>
                <a:xfrm>
                  <a:off x="4536000" y="3996000"/>
                  <a:ext cx="432000" cy="432000"/>
                </a:xfrm>
                <a:prstGeom prst="ellipse">
                  <a:avLst/>
                </a:prstGeom>
                <a:solidFill>
                  <a:srgbClr val="FFFFCC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3,A</a:t>
                  </a:r>
                </a:p>
              </p:txBody>
            </p:sp>
          </p:grp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3B62D1B8-748B-4D37-A149-DC5D549AD10F}"/>
                  </a:ext>
                </a:extLst>
              </p:cNvPr>
              <p:cNvSpPr/>
              <p:nvPr/>
            </p:nvSpPr>
            <p:spPr>
              <a:xfrm>
                <a:off x="6732000" y="3384000"/>
                <a:ext cx="1116000" cy="864000"/>
              </a:xfrm>
              <a:prstGeom prst="rect">
                <a:avLst/>
              </a:prstGeom>
              <a:noFill/>
              <a:ln w="190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71" name="Group 170">
                <a:extLst>
                  <a:ext uri="{FF2B5EF4-FFF2-40B4-BE49-F238E27FC236}">
                    <a16:creationId xmlns:a16="http://schemas.microsoft.com/office/drawing/2014/main" id="{1EF33121-3938-4512-B45B-598C04CA8AB6}"/>
                  </a:ext>
                </a:extLst>
              </p:cNvPr>
              <p:cNvGrpSpPr/>
              <p:nvPr/>
            </p:nvGrpSpPr>
            <p:grpSpPr>
              <a:xfrm>
                <a:off x="4176000" y="3420000"/>
                <a:ext cx="3636000" cy="792000"/>
                <a:chOff x="4176000" y="3420000"/>
                <a:chExt cx="3636000" cy="792000"/>
              </a:xfrm>
            </p:grpSpPr>
            <p:cxnSp>
              <p:nvCxnSpPr>
                <p:cNvPr id="187" name="Straight Connector 186">
                  <a:extLst>
                    <a:ext uri="{FF2B5EF4-FFF2-40B4-BE49-F238E27FC236}">
                      <a16:creationId xmlns:a16="http://schemas.microsoft.com/office/drawing/2014/main" id="{33E095CA-D8ED-4C6E-BDA1-A5E1C0CEA864}"/>
                    </a:ext>
                  </a:extLst>
                </p:cNvPr>
                <p:cNvCxnSpPr>
                  <a:stCxn id="193" idx="6"/>
                  <a:endCxn id="194" idx="2"/>
                </p:cNvCxnSpPr>
                <p:nvPr/>
              </p:nvCxnSpPr>
              <p:spPr>
                <a:xfrm>
                  <a:off x="4176000" y="3420000"/>
                  <a:ext cx="36000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  <a:headEnd type="none"/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>
                  <a:extLst>
                    <a:ext uri="{FF2B5EF4-FFF2-40B4-BE49-F238E27FC236}">
                      <a16:creationId xmlns:a16="http://schemas.microsoft.com/office/drawing/2014/main" id="{A2228D40-A93B-4FA8-AE39-745CBAB07A4B}"/>
                    </a:ext>
                  </a:extLst>
                </p:cNvPr>
                <p:cNvCxnSpPr>
                  <a:stCxn id="194" idx="6"/>
                  <a:endCxn id="195" idx="2"/>
                </p:cNvCxnSpPr>
                <p:nvPr/>
              </p:nvCxnSpPr>
              <p:spPr>
                <a:xfrm>
                  <a:off x="4968000" y="3420000"/>
                  <a:ext cx="36000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  <a:headEnd type="none"/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>
                  <a:extLst>
                    <a:ext uri="{FF2B5EF4-FFF2-40B4-BE49-F238E27FC236}">
                      <a16:creationId xmlns:a16="http://schemas.microsoft.com/office/drawing/2014/main" id="{6F9336D1-C44D-4C29-89B7-D5AD7FBB8CD2}"/>
                    </a:ext>
                  </a:extLst>
                </p:cNvPr>
                <p:cNvCxnSpPr>
                  <a:cxnSpLocks/>
                  <a:stCxn id="198" idx="2"/>
                  <a:endCxn id="199" idx="6"/>
                </p:cNvCxnSpPr>
                <p:nvPr/>
              </p:nvCxnSpPr>
              <p:spPr>
                <a:xfrm flipH="1">
                  <a:off x="5760000" y="4212000"/>
                  <a:ext cx="36000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  <a:headEnd type="none"/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>
                  <a:extLst>
                    <a:ext uri="{FF2B5EF4-FFF2-40B4-BE49-F238E27FC236}">
                      <a16:creationId xmlns:a16="http://schemas.microsoft.com/office/drawing/2014/main" id="{A058F990-DE53-4E9C-8C82-F2156D38BD35}"/>
                    </a:ext>
                  </a:extLst>
                </p:cNvPr>
                <p:cNvCxnSpPr>
                  <a:stCxn id="199" idx="2"/>
                  <a:endCxn id="200" idx="6"/>
                </p:cNvCxnSpPr>
                <p:nvPr/>
              </p:nvCxnSpPr>
              <p:spPr>
                <a:xfrm flipH="1">
                  <a:off x="4968000" y="4212000"/>
                  <a:ext cx="36000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  <a:headEnd type="none"/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>
                  <a:extLst>
                    <a:ext uri="{FF2B5EF4-FFF2-40B4-BE49-F238E27FC236}">
                      <a16:creationId xmlns:a16="http://schemas.microsoft.com/office/drawing/2014/main" id="{8E5D9946-27C2-416E-A182-BE390971AAF3}"/>
                    </a:ext>
                  </a:extLst>
                </p:cNvPr>
                <p:cNvCxnSpPr/>
                <p:nvPr/>
              </p:nvCxnSpPr>
              <p:spPr>
                <a:xfrm>
                  <a:off x="6804000" y="3528000"/>
                  <a:ext cx="28800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  <a:headEnd type="none"/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2" name="Rectangle 191">
                  <a:extLst>
                    <a:ext uri="{FF2B5EF4-FFF2-40B4-BE49-F238E27FC236}">
                      <a16:creationId xmlns:a16="http://schemas.microsoft.com/office/drawing/2014/main" id="{8F11CBF6-849F-46C6-B5DF-986A250CFED9}"/>
                    </a:ext>
                  </a:extLst>
                </p:cNvPr>
                <p:cNvSpPr/>
                <p:nvPr/>
              </p:nvSpPr>
              <p:spPr>
                <a:xfrm>
                  <a:off x="7164000" y="3420000"/>
                  <a:ext cx="648000" cy="21600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Type-1</a:t>
                  </a:r>
                </a:p>
              </p:txBody>
            </p:sp>
          </p:grpSp>
          <p:grpSp>
            <p:nvGrpSpPr>
              <p:cNvPr id="172" name="Group 171">
                <a:extLst>
                  <a:ext uri="{FF2B5EF4-FFF2-40B4-BE49-F238E27FC236}">
                    <a16:creationId xmlns:a16="http://schemas.microsoft.com/office/drawing/2014/main" id="{B2BCEA80-646F-4138-AC4B-FD9D96EE9D62}"/>
                  </a:ext>
                </a:extLst>
              </p:cNvPr>
              <p:cNvGrpSpPr/>
              <p:nvPr/>
            </p:nvGrpSpPr>
            <p:grpSpPr>
              <a:xfrm>
                <a:off x="3807265" y="3572735"/>
                <a:ext cx="4004735" cy="486530"/>
                <a:chOff x="3807265" y="3572735"/>
                <a:chExt cx="4004735" cy="486530"/>
              </a:xfrm>
            </p:grpSpPr>
            <p:cxnSp>
              <p:nvCxnSpPr>
                <p:cNvPr id="184" name="Straight Connector 183">
                  <a:extLst>
                    <a:ext uri="{FF2B5EF4-FFF2-40B4-BE49-F238E27FC236}">
                      <a16:creationId xmlns:a16="http://schemas.microsoft.com/office/drawing/2014/main" id="{0CB95D73-D5B1-41A2-8C87-A6A667061F73}"/>
                    </a:ext>
                  </a:extLst>
                </p:cNvPr>
                <p:cNvCxnSpPr>
                  <a:stCxn id="193" idx="3"/>
                  <a:endCxn id="196" idx="1"/>
                </p:cNvCxnSpPr>
                <p:nvPr/>
              </p:nvCxnSpPr>
              <p:spPr>
                <a:xfrm>
                  <a:off x="3807265" y="3572735"/>
                  <a:ext cx="0" cy="48653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ash"/>
                  <a:headEnd type="none"/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>
                  <a:extLst>
                    <a:ext uri="{FF2B5EF4-FFF2-40B4-BE49-F238E27FC236}">
                      <a16:creationId xmlns:a16="http://schemas.microsoft.com/office/drawing/2014/main" id="{EA36D34A-8021-46A0-A369-215F4DFAFAD5}"/>
                    </a:ext>
                  </a:extLst>
                </p:cNvPr>
                <p:cNvCxnSpPr/>
                <p:nvPr/>
              </p:nvCxnSpPr>
              <p:spPr>
                <a:xfrm>
                  <a:off x="6804000" y="3816000"/>
                  <a:ext cx="28800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ash"/>
                  <a:headEnd type="none"/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6" name="Rectangle 185">
                  <a:extLst>
                    <a:ext uri="{FF2B5EF4-FFF2-40B4-BE49-F238E27FC236}">
                      <a16:creationId xmlns:a16="http://schemas.microsoft.com/office/drawing/2014/main" id="{67D5D54F-9260-4147-99B4-73F6748C34A2}"/>
                    </a:ext>
                  </a:extLst>
                </p:cNvPr>
                <p:cNvSpPr/>
                <p:nvPr/>
              </p:nvSpPr>
              <p:spPr>
                <a:xfrm>
                  <a:off x="7164000" y="3708000"/>
                  <a:ext cx="648000" cy="21600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Type-2</a:t>
                  </a:r>
                </a:p>
              </p:txBody>
            </p:sp>
          </p:grpSp>
          <p:grpSp>
            <p:nvGrpSpPr>
              <p:cNvPr id="173" name="Group 172">
                <a:extLst>
                  <a:ext uri="{FF2B5EF4-FFF2-40B4-BE49-F238E27FC236}">
                    <a16:creationId xmlns:a16="http://schemas.microsoft.com/office/drawing/2014/main" id="{353754A9-BD04-4DEB-94CB-A247982C3076}"/>
                  </a:ext>
                </a:extLst>
              </p:cNvPr>
              <p:cNvGrpSpPr/>
              <p:nvPr/>
            </p:nvGrpSpPr>
            <p:grpSpPr>
              <a:xfrm>
                <a:off x="3960000" y="3572735"/>
                <a:ext cx="3852000" cy="792000"/>
                <a:chOff x="3960000" y="3572735"/>
                <a:chExt cx="3852000" cy="792000"/>
              </a:xfrm>
            </p:grpSpPr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606488D7-AC9C-4FF4-B7DE-55A9A7BBAA84}"/>
                    </a:ext>
                  </a:extLst>
                </p:cNvPr>
                <p:cNvCxnSpPr>
                  <a:stCxn id="200" idx="2"/>
                  <a:endCxn id="196" idx="6"/>
                </p:cNvCxnSpPr>
                <p:nvPr/>
              </p:nvCxnSpPr>
              <p:spPr>
                <a:xfrm flipH="1">
                  <a:off x="4176000" y="4212000"/>
                  <a:ext cx="36000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ot"/>
                  <a:headEnd type="none"/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F401005A-FE90-416E-831B-840B952D3355}"/>
                    </a:ext>
                  </a:extLst>
                </p:cNvPr>
                <p:cNvCxnSpPr>
                  <a:stCxn id="193" idx="4"/>
                  <a:endCxn id="200" idx="1"/>
                </p:cNvCxnSpPr>
                <p:nvPr/>
              </p:nvCxnSpPr>
              <p:spPr>
                <a:xfrm>
                  <a:off x="3960000" y="3636000"/>
                  <a:ext cx="639265" cy="42326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ot"/>
                  <a:headEnd type="none"/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42FEFC29-9BE5-4C0A-B9EC-F1B7599CF9DD}"/>
                    </a:ext>
                  </a:extLst>
                </p:cNvPr>
                <p:cNvCxnSpPr>
                  <a:stCxn id="200" idx="0"/>
                  <a:endCxn id="193" idx="5"/>
                </p:cNvCxnSpPr>
                <p:nvPr/>
              </p:nvCxnSpPr>
              <p:spPr>
                <a:xfrm flipH="1" flipV="1">
                  <a:off x="4112735" y="3572735"/>
                  <a:ext cx="639265" cy="42326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ot"/>
                  <a:headEnd type="none"/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1B9E745D-CE79-4D55-B9BA-98D049EEFF35}"/>
                    </a:ext>
                  </a:extLst>
                </p:cNvPr>
                <p:cNvCxnSpPr>
                  <a:cxnSpLocks/>
                  <a:stCxn id="195" idx="4"/>
                  <a:endCxn id="198" idx="1"/>
                </p:cNvCxnSpPr>
                <p:nvPr/>
              </p:nvCxnSpPr>
              <p:spPr>
                <a:xfrm>
                  <a:off x="5544000" y="3636000"/>
                  <a:ext cx="639265" cy="42326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ot"/>
                  <a:headEnd type="none"/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0CAB61A2-883F-444C-AB58-860290AE6C35}"/>
                    </a:ext>
                  </a:extLst>
                </p:cNvPr>
                <p:cNvCxnSpPr>
                  <a:cxnSpLocks/>
                  <a:stCxn id="198" idx="0"/>
                  <a:endCxn id="195" idx="5"/>
                </p:cNvCxnSpPr>
                <p:nvPr/>
              </p:nvCxnSpPr>
              <p:spPr>
                <a:xfrm flipH="1" flipV="1">
                  <a:off x="5696735" y="3572735"/>
                  <a:ext cx="639265" cy="42326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ot"/>
                  <a:headEnd type="none"/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465D9D38-85B8-4E2C-86CC-62951C6A7B38}"/>
                    </a:ext>
                  </a:extLst>
                </p:cNvPr>
                <p:cNvCxnSpPr>
                  <a:stCxn id="196" idx="5"/>
                  <a:endCxn id="200" idx="3"/>
                </p:cNvCxnSpPr>
                <p:nvPr/>
              </p:nvCxnSpPr>
              <p:spPr>
                <a:xfrm>
                  <a:off x="4112735" y="4364735"/>
                  <a:ext cx="48653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ot"/>
                  <a:headEnd type="none"/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Straight Connector 181">
                  <a:extLst>
                    <a:ext uri="{FF2B5EF4-FFF2-40B4-BE49-F238E27FC236}">
                      <a16:creationId xmlns:a16="http://schemas.microsoft.com/office/drawing/2014/main" id="{AB6E21AD-2CB7-4264-8CE4-68178CB3E5B8}"/>
                    </a:ext>
                  </a:extLst>
                </p:cNvPr>
                <p:cNvCxnSpPr/>
                <p:nvPr/>
              </p:nvCxnSpPr>
              <p:spPr>
                <a:xfrm>
                  <a:off x="6804000" y="4104000"/>
                  <a:ext cx="28800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ot"/>
                  <a:headEnd type="none"/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3" name="Rectangle 182">
                  <a:extLst>
                    <a:ext uri="{FF2B5EF4-FFF2-40B4-BE49-F238E27FC236}">
                      <a16:creationId xmlns:a16="http://schemas.microsoft.com/office/drawing/2014/main" id="{B6D52189-6E2A-4E04-9F22-1798E9E53A4E}"/>
                    </a:ext>
                  </a:extLst>
                </p:cNvPr>
                <p:cNvSpPr/>
                <p:nvPr/>
              </p:nvSpPr>
              <p:spPr>
                <a:xfrm>
                  <a:off x="7164000" y="3996000"/>
                  <a:ext cx="648000" cy="21600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Type-3</a:t>
                  </a:r>
                </a:p>
              </p:txBody>
            </p:sp>
          </p:grpSp>
        </p:grpSp>
      </p:grpSp>
      <p:sp>
        <p:nvSpPr>
          <p:cNvPr id="201" name="Arc 200">
            <a:extLst>
              <a:ext uri="{FF2B5EF4-FFF2-40B4-BE49-F238E27FC236}">
                <a16:creationId xmlns:a16="http://schemas.microsoft.com/office/drawing/2014/main" id="{4BC9DA27-FD91-47B4-856D-DB2652A70BE6}"/>
              </a:ext>
            </a:extLst>
          </p:cNvPr>
          <p:cNvSpPr/>
          <p:nvPr/>
        </p:nvSpPr>
        <p:spPr>
          <a:xfrm rot="10800000">
            <a:off x="2304000" y="2664000"/>
            <a:ext cx="612000" cy="612000"/>
          </a:xfrm>
          <a:prstGeom prst="arc">
            <a:avLst>
              <a:gd name="adj1" fmla="val 21553819"/>
              <a:gd name="adj2" fmla="val 5411647"/>
            </a:avLst>
          </a:prstGeom>
          <a:ln w="19050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6982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2B6A1-F01B-B586-4290-2B68810BA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TCG and </a:t>
            </a:r>
            <a:r>
              <a:rPr lang="en-TW" dirty="0"/>
              <a:t>Constrained</a:t>
            </a:r>
            <a:r>
              <a:rPr lang="en-US" dirty="0"/>
              <a:t>-</a:t>
            </a:r>
            <a:r>
              <a:rPr lang="en-TW" dirty="0"/>
              <a:t>JSSP</a:t>
            </a:r>
            <a:r>
              <a:rPr lang="en-US" dirty="0"/>
              <a:t> Transformation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7BA01-17FD-02F7-CA5F-F7C2B89B5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Step 2</a:t>
            </a:r>
            <a:r>
              <a:rPr lang="en-US" dirty="0"/>
              <a:t>. Transform the timing conflict graph into a JSSP graph-based formulation with additional constraints</a:t>
            </a:r>
          </a:p>
          <a:p>
            <a:pPr lvl="1"/>
            <a:r>
              <a:rPr lang="en-TW" b="1" u="sng" dirty="0">
                <a:latin typeface="Calibri" panose="020F0502020204030204" pitchFamily="34" charset="0"/>
                <a:cs typeface="Calibri" panose="020F0502020204030204" pitchFamily="34" charset="0"/>
              </a:rPr>
              <a:t>Blocking Constraint</a:t>
            </a:r>
            <a:r>
              <a:rPr lang="en-TW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800" dirty="0">
                <a:solidFill>
                  <a:srgbClr val="565656"/>
                </a:solidFill>
                <a:effectLst/>
                <a:latin typeface="Calibri" panose="020F0502020204030204" pitchFamily="34" charset="0"/>
              </a:rPr>
              <a:t>A machine will only be </a:t>
            </a:r>
            <a:br>
              <a:rPr lang="en-US" sz="1800" dirty="0">
                <a:solidFill>
                  <a:srgbClr val="565656"/>
                </a:solidFill>
                <a:effectLst/>
                <a:latin typeface="Calibri" panose="020F0502020204030204" pitchFamily="34" charset="0"/>
              </a:rPr>
            </a:br>
            <a:r>
              <a:rPr lang="en-US" sz="1800" dirty="0">
                <a:solidFill>
                  <a:srgbClr val="565656"/>
                </a:solidFill>
                <a:effectLst/>
                <a:latin typeface="Calibri" panose="020F0502020204030204" pitchFamily="34" charset="0"/>
              </a:rPr>
              <a:t>released if the next operation of its previous </a:t>
            </a:r>
            <a:br>
              <a:rPr lang="en-US" sz="1800" dirty="0">
                <a:solidFill>
                  <a:srgbClr val="565656"/>
                </a:solidFill>
                <a:effectLst/>
                <a:latin typeface="Calibri" panose="020F0502020204030204" pitchFamily="34" charset="0"/>
              </a:rPr>
            </a:br>
            <a:r>
              <a:rPr lang="en-US" sz="1800" dirty="0">
                <a:solidFill>
                  <a:srgbClr val="565656"/>
                </a:solidFill>
                <a:effectLst/>
                <a:latin typeface="Calibri" panose="020F0502020204030204" pitchFamily="34" charset="0"/>
              </a:rPr>
              <a:t>associating job is scheduled</a:t>
            </a:r>
            <a:endParaRPr lang="en-TW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TW" sz="2000" b="1" u="sng" dirty="0">
                <a:latin typeface="Calibri" panose="020F0502020204030204" pitchFamily="34" charset="0"/>
                <a:cs typeface="Calibri" panose="020F0502020204030204" pitchFamily="34" charset="0"/>
              </a:rPr>
              <a:t>Deadlock Constraint</a:t>
            </a:r>
            <a:r>
              <a:rPr lang="en-TW" sz="20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800" dirty="0">
                <a:solidFill>
                  <a:srgbClr val="565656"/>
                </a:solidFill>
                <a:effectLst/>
                <a:latin typeface="Calibri" panose="020F0502020204030204" pitchFamily="34" charset="0"/>
              </a:rPr>
              <a:t>Operations that </a:t>
            </a:r>
            <a:br>
              <a:rPr lang="en-US" sz="1800" dirty="0">
                <a:solidFill>
                  <a:srgbClr val="565656"/>
                </a:solidFill>
                <a:effectLst/>
                <a:latin typeface="Calibri" panose="020F0502020204030204" pitchFamily="34" charset="0"/>
              </a:rPr>
            </a:br>
            <a:r>
              <a:rPr lang="en-US" sz="1800" dirty="0">
                <a:solidFill>
                  <a:srgbClr val="565656"/>
                </a:solidFill>
                <a:effectLst/>
                <a:latin typeface="Calibri" panose="020F0502020204030204" pitchFamily="34" charset="0"/>
              </a:rPr>
              <a:t>will cause deadlocks should not be </a:t>
            </a:r>
            <a:br>
              <a:rPr lang="en-US" sz="1800" dirty="0">
                <a:solidFill>
                  <a:srgbClr val="565656"/>
                </a:solidFill>
                <a:effectLst/>
                <a:latin typeface="Calibri" panose="020F0502020204030204" pitchFamily="34" charset="0"/>
              </a:rPr>
            </a:br>
            <a:r>
              <a:rPr lang="en-US" sz="1800" dirty="0">
                <a:solidFill>
                  <a:srgbClr val="565656"/>
                </a:solidFill>
                <a:effectLst/>
                <a:latin typeface="Calibri" panose="020F0502020204030204" pitchFamily="34" charset="0"/>
              </a:rPr>
              <a:t>scheduled </a:t>
            </a:r>
            <a:endParaRPr lang="en-TW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TW" sz="2000" b="1" u="sng" dirty="0">
                <a:latin typeface="Calibri" panose="020F0502020204030204" pitchFamily="34" charset="0"/>
                <a:cs typeface="Calibri" panose="020F0502020204030204" pitchFamily="34" charset="0"/>
              </a:rPr>
              <a:t>Arrival Time Constraint</a:t>
            </a:r>
            <a:r>
              <a:rPr lang="en-TW" sz="20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800" dirty="0">
                <a:solidFill>
                  <a:srgbClr val="565656"/>
                </a:solidFill>
                <a:effectLst/>
                <a:latin typeface="Calibri" panose="020F0502020204030204" pitchFamily="34" charset="0"/>
              </a:rPr>
              <a:t>Each operation </a:t>
            </a:r>
            <a:br>
              <a:rPr lang="en-US" sz="1800" dirty="0">
                <a:solidFill>
                  <a:srgbClr val="565656"/>
                </a:solidFill>
                <a:effectLst/>
                <a:latin typeface="Calibri" panose="020F0502020204030204" pitchFamily="34" charset="0"/>
              </a:rPr>
            </a:br>
            <a:r>
              <a:rPr lang="en-US" sz="1800" dirty="0">
                <a:solidFill>
                  <a:srgbClr val="565656"/>
                </a:solidFill>
                <a:effectLst/>
                <a:latin typeface="Calibri" panose="020F0502020204030204" pitchFamily="34" charset="0"/>
              </a:rPr>
              <a:t>should be assigned with a start time ≥ arrival time</a:t>
            </a:r>
            <a:endParaRPr lang="en-US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97090-1886-6938-F6D9-4E27B9AA7F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6BB42ED-0428-F349-A1E9-DBFAF59858C6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B4EE533-E126-4CAE-AE71-9226395115D9}"/>
              </a:ext>
            </a:extLst>
          </p:cNvPr>
          <p:cNvGrpSpPr>
            <a:grpSpLocks noChangeAspect="1"/>
          </p:cNvGrpSpPr>
          <p:nvPr/>
        </p:nvGrpSpPr>
        <p:grpSpPr>
          <a:xfrm>
            <a:off x="5292000" y="2124887"/>
            <a:ext cx="3023998" cy="1728000"/>
            <a:chOff x="432000" y="2951999"/>
            <a:chExt cx="2016000" cy="1152001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FD9FE90-D873-4C32-95C5-F8D6506E2D39}"/>
                </a:ext>
              </a:extLst>
            </p:cNvPr>
            <p:cNvSpPr/>
            <p:nvPr/>
          </p:nvSpPr>
          <p:spPr>
            <a:xfrm>
              <a:off x="1007999" y="2951999"/>
              <a:ext cx="288000" cy="28800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1,A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4831D4A-8097-45D1-9B92-8D12618D5E67}"/>
                </a:ext>
              </a:extLst>
            </p:cNvPr>
            <p:cNvSpPr/>
            <p:nvPr/>
          </p:nvSpPr>
          <p:spPr>
            <a:xfrm>
              <a:off x="1584000" y="2952000"/>
              <a:ext cx="288000" cy="28800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1,B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C846FDB-A6E8-4EB9-AEB4-6AA3338DB15C}"/>
                </a:ext>
              </a:extLst>
            </p:cNvPr>
            <p:cNvSpPr/>
            <p:nvPr/>
          </p:nvSpPr>
          <p:spPr>
            <a:xfrm>
              <a:off x="2160000" y="2952000"/>
              <a:ext cx="288000" cy="28800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1,C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D86844E-6450-4804-BC97-ADBEAD4FB57F}"/>
                </a:ext>
              </a:extLst>
            </p:cNvPr>
            <p:cNvCxnSpPr>
              <a:cxnSpLocks/>
              <a:stCxn id="26" idx="6"/>
              <a:endCxn id="33" idx="2"/>
            </p:cNvCxnSpPr>
            <p:nvPr/>
          </p:nvCxnSpPr>
          <p:spPr>
            <a:xfrm>
              <a:off x="1295999" y="3095999"/>
              <a:ext cx="288001" cy="1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prstDash val="solid"/>
              <a:headEnd type="none"/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4AF9A28-97DF-45B8-BCD0-7B7AF5370958}"/>
                </a:ext>
              </a:extLst>
            </p:cNvPr>
            <p:cNvCxnSpPr>
              <a:cxnSpLocks/>
              <a:stCxn id="33" idx="6"/>
              <a:endCxn id="36" idx="2"/>
            </p:cNvCxnSpPr>
            <p:nvPr/>
          </p:nvCxnSpPr>
          <p:spPr>
            <a:xfrm>
              <a:off x="1872000" y="3096000"/>
              <a:ext cx="28800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prstDash val="solid"/>
              <a:headEnd type="none"/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CA7EDF1-EB82-4D89-A40A-11AECE311D92}"/>
                </a:ext>
              </a:extLst>
            </p:cNvPr>
            <p:cNvSpPr/>
            <p:nvPr/>
          </p:nvSpPr>
          <p:spPr>
            <a:xfrm>
              <a:off x="1007999" y="3384000"/>
              <a:ext cx="288000" cy="28800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2,A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E2EB7C7A-E845-4274-865C-A07CD42E7BF7}"/>
                </a:ext>
              </a:extLst>
            </p:cNvPr>
            <p:cNvCxnSpPr>
              <a:cxnSpLocks/>
              <a:stCxn id="42" idx="0"/>
              <a:endCxn id="26" idx="4"/>
            </p:cNvCxnSpPr>
            <p:nvPr/>
          </p:nvCxnSpPr>
          <p:spPr>
            <a:xfrm flipV="1">
              <a:off x="1151999" y="3239999"/>
              <a:ext cx="0" cy="144001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headEnd type="arrow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5FBE8EC-276C-4E8A-8080-5D7D2807C55D}"/>
                </a:ext>
              </a:extLst>
            </p:cNvPr>
            <p:cNvSpPr/>
            <p:nvPr/>
          </p:nvSpPr>
          <p:spPr>
            <a:xfrm>
              <a:off x="1008000" y="3816000"/>
              <a:ext cx="288000" cy="28800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3,C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1568ABE-38FB-4AC7-A13A-A2DFB588694D}"/>
                </a:ext>
              </a:extLst>
            </p:cNvPr>
            <p:cNvSpPr/>
            <p:nvPr/>
          </p:nvSpPr>
          <p:spPr>
            <a:xfrm>
              <a:off x="1584000" y="3816000"/>
              <a:ext cx="288000" cy="28800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3,D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DC7E70B-12A7-4633-90CD-6190E904EC91}"/>
                </a:ext>
              </a:extLst>
            </p:cNvPr>
            <p:cNvSpPr/>
            <p:nvPr/>
          </p:nvSpPr>
          <p:spPr>
            <a:xfrm>
              <a:off x="2160000" y="3816000"/>
              <a:ext cx="288000" cy="28800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3,A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E110C95-17FE-4303-BCFE-D4C88DAB6524}"/>
                </a:ext>
              </a:extLst>
            </p:cNvPr>
            <p:cNvCxnSpPr>
              <a:cxnSpLocks/>
              <a:stCxn id="46" idx="6"/>
              <a:endCxn id="48" idx="2"/>
            </p:cNvCxnSpPr>
            <p:nvPr/>
          </p:nvCxnSpPr>
          <p:spPr>
            <a:xfrm>
              <a:off x="1296000" y="3960000"/>
              <a:ext cx="28800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prstDash val="solid"/>
              <a:headEnd type="none"/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016C1D7-2A0E-40E8-9D0D-30B77741A3F9}"/>
                </a:ext>
              </a:extLst>
            </p:cNvPr>
            <p:cNvCxnSpPr>
              <a:cxnSpLocks/>
              <a:stCxn id="48" idx="6"/>
              <a:endCxn id="51" idx="2"/>
            </p:cNvCxnSpPr>
            <p:nvPr/>
          </p:nvCxnSpPr>
          <p:spPr>
            <a:xfrm>
              <a:off x="1872000" y="3960000"/>
              <a:ext cx="28800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prstDash val="solid"/>
              <a:headEnd type="none"/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4C57DDC-28BC-42BB-A437-EF6686875476}"/>
                </a:ext>
              </a:extLst>
            </p:cNvPr>
            <p:cNvCxnSpPr>
              <a:cxnSpLocks/>
              <a:stCxn id="51" idx="0"/>
              <a:endCxn id="26" idx="5"/>
            </p:cNvCxnSpPr>
            <p:nvPr/>
          </p:nvCxnSpPr>
          <p:spPr>
            <a:xfrm flipH="1" flipV="1">
              <a:off x="1253822" y="3197822"/>
              <a:ext cx="1050178" cy="618178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8C77AE7-5516-4D47-985E-9C4B22FDF750}"/>
                </a:ext>
              </a:extLst>
            </p:cNvPr>
            <p:cNvCxnSpPr>
              <a:cxnSpLocks/>
              <a:stCxn id="46" idx="7"/>
              <a:endCxn id="36" idx="3"/>
            </p:cNvCxnSpPr>
            <p:nvPr/>
          </p:nvCxnSpPr>
          <p:spPr>
            <a:xfrm flipV="1">
              <a:off x="1253823" y="3197823"/>
              <a:ext cx="948354" cy="660354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9A17E19-9154-4D2E-B34D-CC8C0C061767}"/>
                </a:ext>
              </a:extLst>
            </p:cNvPr>
            <p:cNvCxnSpPr>
              <a:cxnSpLocks/>
              <a:stCxn id="51" idx="1"/>
              <a:endCxn id="42" idx="6"/>
            </p:cNvCxnSpPr>
            <p:nvPr/>
          </p:nvCxnSpPr>
          <p:spPr>
            <a:xfrm flipH="1" flipV="1">
              <a:off x="1295999" y="3528000"/>
              <a:ext cx="906178" cy="3301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A22A0F37-29F7-48FC-9F7C-DDAEFAA21147}"/>
                </a:ext>
              </a:extLst>
            </p:cNvPr>
            <p:cNvSpPr/>
            <p:nvPr/>
          </p:nvSpPr>
          <p:spPr>
            <a:xfrm>
              <a:off x="432000" y="3384000"/>
              <a:ext cx="288000" cy="28800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</a:t>
              </a: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732BCEF-6FFA-45B3-AFC6-FBA61005EF92}"/>
                </a:ext>
              </a:extLst>
            </p:cNvPr>
            <p:cNvCxnSpPr>
              <a:cxnSpLocks/>
              <a:stCxn id="58" idx="7"/>
              <a:endCxn id="26" idx="2"/>
            </p:cNvCxnSpPr>
            <p:nvPr/>
          </p:nvCxnSpPr>
          <p:spPr>
            <a:xfrm flipV="1">
              <a:off x="677823" y="3095999"/>
              <a:ext cx="330176" cy="330178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headEnd w="sm" len="sm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9C873C4-7F1C-4285-8BC5-DDD4754ACF95}"/>
                </a:ext>
              </a:extLst>
            </p:cNvPr>
            <p:cNvCxnSpPr>
              <a:cxnSpLocks/>
              <a:stCxn id="58" idx="6"/>
              <a:endCxn id="42" idx="2"/>
            </p:cNvCxnSpPr>
            <p:nvPr/>
          </p:nvCxnSpPr>
          <p:spPr>
            <a:xfrm>
              <a:off x="720000" y="3528000"/>
              <a:ext cx="287999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7727A2E-E852-4F96-BD54-E87CAAB9FB91}"/>
                </a:ext>
              </a:extLst>
            </p:cNvPr>
            <p:cNvCxnSpPr>
              <a:cxnSpLocks/>
              <a:stCxn id="58" idx="5"/>
              <a:endCxn id="46" idx="2"/>
            </p:cNvCxnSpPr>
            <p:nvPr/>
          </p:nvCxnSpPr>
          <p:spPr>
            <a:xfrm>
              <a:off x="677823" y="3629823"/>
              <a:ext cx="330177" cy="3301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816359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2F6F5-256E-5052-B091-64955811F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TW" dirty="0"/>
              <a:t>RL Formulation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C80C8-CC48-663E-CA78-D3D800BA1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Step 3</a:t>
            </a:r>
            <a:r>
              <a:rPr lang="en-US" dirty="0"/>
              <a:t>. Use the learned policy to solve the JSSP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DC451D-6A00-0207-2F7A-BB03D83436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6BB42ED-0428-F349-A1E9-DBFAF59858C6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135" name="Right Arrow 4134">
            <a:extLst>
              <a:ext uri="{FF2B5EF4-FFF2-40B4-BE49-F238E27FC236}">
                <a16:creationId xmlns:a16="http://schemas.microsoft.com/office/drawing/2014/main" id="{68A055D4-CB0B-C88C-8E44-CF463561FB71}"/>
              </a:ext>
            </a:extLst>
          </p:cNvPr>
          <p:cNvSpPr/>
          <p:nvPr/>
        </p:nvSpPr>
        <p:spPr>
          <a:xfrm>
            <a:off x="4320000" y="2664000"/>
            <a:ext cx="432000" cy="288000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TW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4136" name="TextBox 4135">
            <a:extLst>
              <a:ext uri="{FF2B5EF4-FFF2-40B4-BE49-F238E27FC236}">
                <a16:creationId xmlns:a16="http://schemas.microsoft.com/office/drawing/2014/main" id="{DE4BBAE4-A888-3322-1F86-935076398BA5}"/>
              </a:ext>
            </a:extLst>
          </p:cNvPr>
          <p:cNvSpPr txBox="1"/>
          <p:nvPr/>
        </p:nvSpPr>
        <p:spPr>
          <a:xfrm>
            <a:off x="4032000" y="2119343"/>
            <a:ext cx="1008000" cy="432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TW" sz="1600" dirty="0">
                <a:latin typeface="Calibri" panose="020F0502020204030204" pitchFamily="34" charset="0"/>
                <a:cs typeface="Calibri" panose="020F0502020204030204" pitchFamily="34" charset="0"/>
              </a:rPr>
              <a:t>Schedule</a:t>
            </a:r>
            <a:b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TW" sz="1600" dirty="0">
                <a:latin typeface="Calibri" panose="020F0502020204030204" pitchFamily="34" charset="0"/>
                <a:cs typeface="Calibri" panose="020F0502020204030204" pitchFamily="34" charset="0"/>
              </a:rPr>
              <a:t>1,A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04EA799-87FB-48EC-BAF3-23F8B4C8F6D3}"/>
              </a:ext>
            </a:extLst>
          </p:cNvPr>
          <p:cNvGrpSpPr/>
          <p:nvPr/>
        </p:nvGrpSpPr>
        <p:grpSpPr>
          <a:xfrm>
            <a:off x="396000" y="4176000"/>
            <a:ext cx="8352000" cy="432000"/>
            <a:chOff x="648000" y="5184000"/>
            <a:chExt cx="8352000" cy="432000"/>
          </a:xfrm>
        </p:grpSpPr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AA12FE75-F0B9-472E-8FD5-0953050C7B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0000" y="5256000"/>
              <a:ext cx="288055" cy="288000"/>
            </a:xfrm>
            <a:prstGeom prst="ellipse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6ED5A8EA-6A26-46A9-B183-CB1585FBA6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60000" y="5256000"/>
              <a:ext cx="288055" cy="28800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60866CF8-A319-47B4-8131-305460E64C2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4000" y="5256000"/>
              <a:ext cx="288055" cy="288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B6A66A4D-1687-4AAC-BDCD-84C85AF8E137}"/>
                </a:ext>
              </a:extLst>
            </p:cNvPr>
            <p:cNvCxnSpPr>
              <a:cxnSpLocks/>
            </p:cNvCxnSpPr>
            <p:nvPr/>
          </p:nvCxnSpPr>
          <p:spPr>
            <a:xfrm>
              <a:off x="7200000" y="5400000"/>
              <a:ext cx="288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81CA6886-6EBA-48C8-B888-E2B47710B39C}"/>
                </a:ext>
              </a:extLst>
            </p:cNvPr>
            <p:cNvSpPr/>
            <p:nvPr/>
          </p:nvSpPr>
          <p:spPr>
            <a:xfrm>
              <a:off x="1080000" y="5292000"/>
              <a:ext cx="1008000" cy="2160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Scheduled</a:t>
              </a: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443CEE23-E733-43B2-8217-5E945C845DC4}"/>
                </a:ext>
              </a:extLst>
            </p:cNvPr>
            <p:cNvSpPr/>
            <p:nvPr/>
          </p:nvSpPr>
          <p:spPr>
            <a:xfrm>
              <a:off x="2520000" y="5292000"/>
              <a:ext cx="1152000" cy="2160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Schedulable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0A7D4D6F-E596-4DD8-B599-D54D7BC3FAF4}"/>
                </a:ext>
              </a:extLst>
            </p:cNvPr>
            <p:cNvSpPr/>
            <p:nvPr/>
          </p:nvSpPr>
          <p:spPr>
            <a:xfrm>
              <a:off x="4104000" y="5292000"/>
              <a:ext cx="1440000" cy="2160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 err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Unschedulable</a:t>
              </a:r>
              <a:endPara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6432D09-212F-412C-B5A4-48A2CC266F33}"/>
                </a:ext>
              </a:extLst>
            </p:cNvPr>
            <p:cNvCxnSpPr>
              <a:cxnSpLocks/>
            </p:cNvCxnSpPr>
            <p:nvPr/>
          </p:nvCxnSpPr>
          <p:spPr>
            <a:xfrm>
              <a:off x="5616000" y="5400000"/>
              <a:ext cx="288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  <a:headEnd type="none"/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716486D4-64AB-4F6A-B4EB-7A343738ED8A}"/>
                </a:ext>
              </a:extLst>
            </p:cNvPr>
            <p:cNvSpPr/>
            <p:nvPr/>
          </p:nvSpPr>
          <p:spPr>
            <a:xfrm>
              <a:off x="5904000" y="5292000"/>
              <a:ext cx="1224000" cy="2160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Determined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3C0350D1-CC58-4B18-9AC0-95901E2412B1}"/>
                </a:ext>
              </a:extLst>
            </p:cNvPr>
            <p:cNvSpPr/>
            <p:nvPr/>
          </p:nvSpPr>
          <p:spPr>
            <a:xfrm>
              <a:off x="7488000" y="5292000"/>
              <a:ext cx="1440000" cy="2160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Undetermined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7E5475D6-B37C-4087-93A3-D715E7BC583C}"/>
                </a:ext>
              </a:extLst>
            </p:cNvPr>
            <p:cNvSpPr/>
            <p:nvPr/>
          </p:nvSpPr>
          <p:spPr>
            <a:xfrm>
              <a:off x="648000" y="5184000"/>
              <a:ext cx="8352000" cy="432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1CB69AEA-6E76-4BFF-872A-0793061FC106}"/>
              </a:ext>
            </a:extLst>
          </p:cNvPr>
          <p:cNvGrpSpPr>
            <a:grpSpLocks noChangeAspect="1"/>
          </p:cNvGrpSpPr>
          <p:nvPr/>
        </p:nvGrpSpPr>
        <p:grpSpPr>
          <a:xfrm>
            <a:off x="648001" y="1944000"/>
            <a:ext cx="3023998" cy="1728000"/>
            <a:chOff x="432000" y="2951999"/>
            <a:chExt cx="2016000" cy="1152001"/>
          </a:xfrm>
          <a:noFill/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D0084FC7-5570-41A1-94F9-D56621A252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07999" y="2951999"/>
              <a:ext cx="288000" cy="28800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1,A</a:t>
              </a:r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F5F93854-E793-44C2-8AED-9BA82EB53CF7}"/>
                </a:ext>
              </a:extLst>
            </p:cNvPr>
            <p:cNvSpPr/>
            <p:nvPr/>
          </p:nvSpPr>
          <p:spPr>
            <a:xfrm>
              <a:off x="1584000" y="2952000"/>
              <a:ext cx="288000" cy="28800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1,B</a:t>
              </a:r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69987C71-633C-4830-AFC3-3109C43493D2}"/>
                </a:ext>
              </a:extLst>
            </p:cNvPr>
            <p:cNvSpPr/>
            <p:nvPr/>
          </p:nvSpPr>
          <p:spPr>
            <a:xfrm>
              <a:off x="2160000" y="2952000"/>
              <a:ext cx="288000" cy="28800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1,C</a:t>
              </a:r>
            </a:p>
          </p:txBody>
        </p: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BB556E8A-591C-4D82-A61B-F727CC46E2AB}"/>
                </a:ext>
              </a:extLst>
            </p:cNvPr>
            <p:cNvCxnSpPr>
              <a:cxnSpLocks/>
              <a:stCxn id="132" idx="6"/>
              <a:endCxn id="133" idx="2"/>
            </p:cNvCxnSpPr>
            <p:nvPr/>
          </p:nvCxnSpPr>
          <p:spPr>
            <a:xfrm>
              <a:off x="1295999" y="3095999"/>
              <a:ext cx="288001" cy="1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prstDash val="solid"/>
              <a:headEnd type="none"/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4A8A72F9-9255-4EED-99D6-81A5DE2C8324}"/>
                </a:ext>
              </a:extLst>
            </p:cNvPr>
            <p:cNvCxnSpPr>
              <a:cxnSpLocks/>
              <a:stCxn id="133" idx="6"/>
              <a:endCxn id="134" idx="2"/>
            </p:cNvCxnSpPr>
            <p:nvPr/>
          </p:nvCxnSpPr>
          <p:spPr>
            <a:xfrm>
              <a:off x="1872000" y="3096000"/>
              <a:ext cx="28800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prstDash val="solid"/>
              <a:headEnd type="none"/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3E7988F8-873C-4D78-AA07-F55916B89410}"/>
                </a:ext>
              </a:extLst>
            </p:cNvPr>
            <p:cNvSpPr/>
            <p:nvPr/>
          </p:nvSpPr>
          <p:spPr>
            <a:xfrm>
              <a:off x="1007999" y="3384000"/>
              <a:ext cx="288000" cy="28800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2,A</a:t>
              </a:r>
            </a:p>
          </p:txBody>
        </p: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1196E51F-DFB3-46DB-A370-9422F95A0223}"/>
                </a:ext>
              </a:extLst>
            </p:cNvPr>
            <p:cNvCxnSpPr>
              <a:cxnSpLocks/>
              <a:stCxn id="137" idx="0"/>
              <a:endCxn id="132" idx="4"/>
            </p:cNvCxnSpPr>
            <p:nvPr/>
          </p:nvCxnSpPr>
          <p:spPr>
            <a:xfrm flipV="1">
              <a:off x="1151999" y="3239999"/>
              <a:ext cx="0" cy="144001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headEnd type="arrow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0433FA16-FEAD-4473-B7EF-83FD208E34B8}"/>
                </a:ext>
              </a:extLst>
            </p:cNvPr>
            <p:cNvSpPr/>
            <p:nvPr/>
          </p:nvSpPr>
          <p:spPr>
            <a:xfrm>
              <a:off x="1008000" y="3816000"/>
              <a:ext cx="288000" cy="28800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3,C</a:t>
              </a:r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F15C93BA-5DAC-44D3-A287-1E91459D2D2A}"/>
                </a:ext>
              </a:extLst>
            </p:cNvPr>
            <p:cNvSpPr/>
            <p:nvPr/>
          </p:nvSpPr>
          <p:spPr>
            <a:xfrm>
              <a:off x="1584000" y="3816000"/>
              <a:ext cx="288000" cy="28800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3,D</a:t>
              </a:r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7751DBF7-B9FF-4BE2-BDEE-3B72B57010F1}"/>
                </a:ext>
              </a:extLst>
            </p:cNvPr>
            <p:cNvSpPr/>
            <p:nvPr/>
          </p:nvSpPr>
          <p:spPr>
            <a:xfrm>
              <a:off x="2160000" y="3816000"/>
              <a:ext cx="288000" cy="28800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3,A</a:t>
              </a:r>
            </a:p>
          </p:txBody>
        </p: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13DEFB2D-0308-405A-A70F-94D1A8C88B2E}"/>
                </a:ext>
              </a:extLst>
            </p:cNvPr>
            <p:cNvCxnSpPr>
              <a:cxnSpLocks/>
              <a:stCxn id="139" idx="6"/>
              <a:endCxn id="140" idx="2"/>
            </p:cNvCxnSpPr>
            <p:nvPr/>
          </p:nvCxnSpPr>
          <p:spPr>
            <a:xfrm>
              <a:off x="1296000" y="3960000"/>
              <a:ext cx="28800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prstDash val="solid"/>
              <a:headEnd type="none"/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C1EB08B0-984D-444D-995E-B3A10006A5C7}"/>
                </a:ext>
              </a:extLst>
            </p:cNvPr>
            <p:cNvCxnSpPr>
              <a:cxnSpLocks/>
              <a:stCxn id="140" idx="6"/>
              <a:endCxn id="141" idx="2"/>
            </p:cNvCxnSpPr>
            <p:nvPr/>
          </p:nvCxnSpPr>
          <p:spPr>
            <a:xfrm>
              <a:off x="1872000" y="3960000"/>
              <a:ext cx="28800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prstDash val="solid"/>
              <a:headEnd type="none"/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1D038586-DEF6-4072-8140-1A469D9E41E6}"/>
                </a:ext>
              </a:extLst>
            </p:cNvPr>
            <p:cNvCxnSpPr>
              <a:cxnSpLocks/>
              <a:stCxn id="141" idx="0"/>
              <a:endCxn id="132" idx="5"/>
            </p:cNvCxnSpPr>
            <p:nvPr/>
          </p:nvCxnSpPr>
          <p:spPr>
            <a:xfrm flipH="1" flipV="1">
              <a:off x="1253822" y="3197822"/>
              <a:ext cx="1050178" cy="618178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506AEA53-7583-4006-A5DB-883844F3F1B2}"/>
                </a:ext>
              </a:extLst>
            </p:cNvPr>
            <p:cNvCxnSpPr>
              <a:cxnSpLocks/>
              <a:stCxn id="139" idx="7"/>
              <a:endCxn id="134" idx="3"/>
            </p:cNvCxnSpPr>
            <p:nvPr/>
          </p:nvCxnSpPr>
          <p:spPr>
            <a:xfrm flipV="1">
              <a:off x="1253823" y="3197823"/>
              <a:ext cx="948354" cy="660354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31B07E65-941C-492A-A18C-5F9034C360CD}"/>
                </a:ext>
              </a:extLst>
            </p:cNvPr>
            <p:cNvCxnSpPr>
              <a:cxnSpLocks/>
              <a:stCxn id="141" idx="1"/>
              <a:endCxn id="137" idx="6"/>
            </p:cNvCxnSpPr>
            <p:nvPr/>
          </p:nvCxnSpPr>
          <p:spPr>
            <a:xfrm flipH="1" flipV="1">
              <a:off x="1295999" y="3528000"/>
              <a:ext cx="906178" cy="3301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66C6C266-4244-4A05-80E1-E5EB9C9179BD}"/>
                </a:ext>
              </a:extLst>
            </p:cNvPr>
            <p:cNvSpPr/>
            <p:nvPr/>
          </p:nvSpPr>
          <p:spPr>
            <a:xfrm>
              <a:off x="432000" y="3384000"/>
              <a:ext cx="288000" cy="288000"/>
            </a:xfrm>
            <a:prstGeom prst="ellipse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</a:t>
              </a:r>
            </a:p>
          </p:txBody>
        </p: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8634F831-F79D-4F0B-A371-17BF95A3B384}"/>
                </a:ext>
              </a:extLst>
            </p:cNvPr>
            <p:cNvCxnSpPr>
              <a:cxnSpLocks/>
              <a:stCxn id="147" idx="7"/>
              <a:endCxn id="132" idx="2"/>
            </p:cNvCxnSpPr>
            <p:nvPr/>
          </p:nvCxnSpPr>
          <p:spPr>
            <a:xfrm flipV="1">
              <a:off x="677823" y="3095999"/>
              <a:ext cx="330176" cy="330178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headEnd w="sm" len="sm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B226EDB5-349F-419F-A89D-DCA425C99342}"/>
                </a:ext>
              </a:extLst>
            </p:cNvPr>
            <p:cNvCxnSpPr>
              <a:cxnSpLocks/>
              <a:stCxn id="147" idx="6"/>
              <a:endCxn id="137" idx="2"/>
            </p:cNvCxnSpPr>
            <p:nvPr/>
          </p:nvCxnSpPr>
          <p:spPr>
            <a:xfrm>
              <a:off x="720000" y="3528000"/>
              <a:ext cx="287999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3136804A-CCA1-4301-AD0D-482FF1AE0C02}"/>
                </a:ext>
              </a:extLst>
            </p:cNvPr>
            <p:cNvCxnSpPr>
              <a:cxnSpLocks/>
              <a:stCxn id="147" idx="5"/>
              <a:endCxn id="139" idx="2"/>
            </p:cNvCxnSpPr>
            <p:nvPr/>
          </p:nvCxnSpPr>
          <p:spPr>
            <a:xfrm>
              <a:off x="677823" y="3629823"/>
              <a:ext cx="330177" cy="3301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560A630E-E782-493D-B972-B55B5B2EF1CA}"/>
              </a:ext>
            </a:extLst>
          </p:cNvPr>
          <p:cNvGrpSpPr>
            <a:grpSpLocks noChangeAspect="1"/>
          </p:cNvGrpSpPr>
          <p:nvPr/>
        </p:nvGrpSpPr>
        <p:grpSpPr>
          <a:xfrm>
            <a:off x="5220000" y="1944000"/>
            <a:ext cx="3023999" cy="1728000"/>
            <a:chOff x="432000" y="2951999"/>
            <a:chExt cx="2016000" cy="1152001"/>
          </a:xfrm>
          <a:noFill/>
        </p:grpSpPr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602BB3CD-58FE-4876-82A0-73CBFDF05E4A}"/>
                </a:ext>
              </a:extLst>
            </p:cNvPr>
            <p:cNvSpPr/>
            <p:nvPr/>
          </p:nvSpPr>
          <p:spPr>
            <a:xfrm>
              <a:off x="1007999" y="2951999"/>
              <a:ext cx="288000" cy="288000"/>
            </a:xfrm>
            <a:prstGeom prst="ellipse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1,A</a:t>
              </a:r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1B9B615A-C88C-4C75-AB10-3E5727CDB6AB}"/>
                </a:ext>
              </a:extLst>
            </p:cNvPr>
            <p:cNvSpPr/>
            <p:nvPr/>
          </p:nvSpPr>
          <p:spPr>
            <a:xfrm>
              <a:off x="1584000" y="2952000"/>
              <a:ext cx="288000" cy="28800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1,B</a:t>
              </a: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67DF4AC8-3FBE-410D-9BB6-92664745E431}"/>
                </a:ext>
              </a:extLst>
            </p:cNvPr>
            <p:cNvSpPr/>
            <p:nvPr/>
          </p:nvSpPr>
          <p:spPr>
            <a:xfrm>
              <a:off x="2160000" y="2952000"/>
              <a:ext cx="288000" cy="28800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1,C</a:t>
              </a:r>
            </a:p>
          </p:txBody>
        </p: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0354CB09-528C-4BF1-8121-939ABC9920E2}"/>
                </a:ext>
              </a:extLst>
            </p:cNvPr>
            <p:cNvCxnSpPr>
              <a:cxnSpLocks/>
              <a:stCxn id="152" idx="6"/>
              <a:endCxn id="153" idx="2"/>
            </p:cNvCxnSpPr>
            <p:nvPr/>
          </p:nvCxnSpPr>
          <p:spPr>
            <a:xfrm>
              <a:off x="1295999" y="3095999"/>
              <a:ext cx="288001" cy="1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prstDash val="solid"/>
              <a:headEnd type="none"/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A3F40D2C-3DCD-434D-AF69-CBBEE9F8EC5D}"/>
                </a:ext>
              </a:extLst>
            </p:cNvPr>
            <p:cNvCxnSpPr>
              <a:cxnSpLocks/>
              <a:stCxn id="153" idx="6"/>
              <a:endCxn id="154" idx="2"/>
            </p:cNvCxnSpPr>
            <p:nvPr/>
          </p:nvCxnSpPr>
          <p:spPr>
            <a:xfrm>
              <a:off x="1872000" y="3096000"/>
              <a:ext cx="28800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prstDash val="solid"/>
              <a:headEnd type="none"/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1855414C-046F-443F-ACED-F319BEB87E0D}"/>
                </a:ext>
              </a:extLst>
            </p:cNvPr>
            <p:cNvSpPr/>
            <p:nvPr/>
          </p:nvSpPr>
          <p:spPr>
            <a:xfrm>
              <a:off x="1007999" y="3384000"/>
              <a:ext cx="288000" cy="28800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2,A</a:t>
              </a:r>
            </a:p>
          </p:txBody>
        </p: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FD6282E1-694B-46EE-B97F-F3AE56D8A936}"/>
                </a:ext>
              </a:extLst>
            </p:cNvPr>
            <p:cNvCxnSpPr>
              <a:cxnSpLocks/>
              <a:stCxn id="157" idx="0"/>
              <a:endCxn id="152" idx="4"/>
            </p:cNvCxnSpPr>
            <p:nvPr/>
          </p:nvCxnSpPr>
          <p:spPr>
            <a:xfrm flipV="1">
              <a:off x="1151999" y="3239999"/>
              <a:ext cx="0" cy="144001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headEnd type="arrow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0BEFA96E-9A5B-48E2-AD4D-C59021C47594}"/>
                </a:ext>
              </a:extLst>
            </p:cNvPr>
            <p:cNvSpPr/>
            <p:nvPr/>
          </p:nvSpPr>
          <p:spPr>
            <a:xfrm>
              <a:off x="1008000" y="3816000"/>
              <a:ext cx="288000" cy="28800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3,C</a:t>
              </a:r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5E7F6119-058F-4197-A87F-87798D3BA5BA}"/>
                </a:ext>
              </a:extLst>
            </p:cNvPr>
            <p:cNvSpPr/>
            <p:nvPr/>
          </p:nvSpPr>
          <p:spPr>
            <a:xfrm>
              <a:off x="1584000" y="3816000"/>
              <a:ext cx="288000" cy="28800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3,D</a:t>
              </a:r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2AE2AA81-92B4-4FCE-BB69-81DFCB1ECB83}"/>
                </a:ext>
              </a:extLst>
            </p:cNvPr>
            <p:cNvSpPr/>
            <p:nvPr/>
          </p:nvSpPr>
          <p:spPr>
            <a:xfrm>
              <a:off x="2160000" y="3816000"/>
              <a:ext cx="288000" cy="28800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3,A</a:t>
              </a:r>
            </a:p>
          </p:txBody>
        </p: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12369104-11C2-43F7-90AD-864C1B037438}"/>
                </a:ext>
              </a:extLst>
            </p:cNvPr>
            <p:cNvCxnSpPr>
              <a:cxnSpLocks/>
              <a:stCxn id="159" idx="6"/>
              <a:endCxn id="160" idx="2"/>
            </p:cNvCxnSpPr>
            <p:nvPr/>
          </p:nvCxnSpPr>
          <p:spPr>
            <a:xfrm>
              <a:off x="1296000" y="3960000"/>
              <a:ext cx="28800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prstDash val="solid"/>
              <a:headEnd type="none"/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6D408D3B-17D0-4552-8FA7-9086A973B725}"/>
                </a:ext>
              </a:extLst>
            </p:cNvPr>
            <p:cNvCxnSpPr>
              <a:cxnSpLocks/>
              <a:stCxn id="160" idx="6"/>
              <a:endCxn id="161" idx="2"/>
            </p:cNvCxnSpPr>
            <p:nvPr/>
          </p:nvCxnSpPr>
          <p:spPr>
            <a:xfrm>
              <a:off x="1872000" y="3960000"/>
              <a:ext cx="288000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prstDash val="solid"/>
              <a:headEnd type="none"/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02EAEB98-155D-45BD-BEED-A495C610BAD5}"/>
                </a:ext>
              </a:extLst>
            </p:cNvPr>
            <p:cNvCxnSpPr>
              <a:cxnSpLocks/>
              <a:stCxn id="159" idx="7"/>
              <a:endCxn id="154" idx="3"/>
            </p:cNvCxnSpPr>
            <p:nvPr/>
          </p:nvCxnSpPr>
          <p:spPr>
            <a:xfrm flipV="1">
              <a:off x="1253823" y="3197823"/>
              <a:ext cx="948354" cy="660354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65065C02-AB48-4C24-92C5-943F974CC3A3}"/>
                </a:ext>
              </a:extLst>
            </p:cNvPr>
            <p:cNvCxnSpPr>
              <a:cxnSpLocks/>
              <a:stCxn id="161" idx="1"/>
              <a:endCxn id="157" idx="6"/>
            </p:cNvCxnSpPr>
            <p:nvPr/>
          </p:nvCxnSpPr>
          <p:spPr>
            <a:xfrm flipH="1" flipV="1">
              <a:off x="1295999" y="3528000"/>
              <a:ext cx="906178" cy="3301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53997461-DCBB-48E0-A264-1EF4911004E7}"/>
                </a:ext>
              </a:extLst>
            </p:cNvPr>
            <p:cNvSpPr/>
            <p:nvPr/>
          </p:nvSpPr>
          <p:spPr>
            <a:xfrm>
              <a:off x="432000" y="3384000"/>
              <a:ext cx="288000" cy="288000"/>
            </a:xfrm>
            <a:prstGeom prst="ellipse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</a:t>
              </a:r>
            </a:p>
          </p:txBody>
        </p: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C45E92FD-A566-4BE2-B5CD-5E00C9E589A3}"/>
                </a:ext>
              </a:extLst>
            </p:cNvPr>
            <p:cNvCxnSpPr>
              <a:cxnSpLocks/>
              <a:stCxn id="167" idx="7"/>
              <a:endCxn id="152" idx="2"/>
            </p:cNvCxnSpPr>
            <p:nvPr/>
          </p:nvCxnSpPr>
          <p:spPr>
            <a:xfrm flipV="1">
              <a:off x="677823" y="3095999"/>
              <a:ext cx="330176" cy="330178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headEnd w="sm" len="sm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066E033A-4BF4-4A9F-8F4D-72512A55AE25}"/>
                </a:ext>
              </a:extLst>
            </p:cNvPr>
            <p:cNvCxnSpPr>
              <a:cxnSpLocks/>
              <a:stCxn id="167" idx="6"/>
              <a:endCxn id="157" idx="2"/>
            </p:cNvCxnSpPr>
            <p:nvPr/>
          </p:nvCxnSpPr>
          <p:spPr>
            <a:xfrm>
              <a:off x="720000" y="3528000"/>
              <a:ext cx="287999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4FCEEC46-06EC-40D7-8058-36AC6F025449}"/>
                </a:ext>
              </a:extLst>
            </p:cNvPr>
            <p:cNvCxnSpPr>
              <a:cxnSpLocks/>
              <a:stCxn id="167" idx="5"/>
              <a:endCxn id="159" idx="2"/>
            </p:cNvCxnSpPr>
            <p:nvPr/>
          </p:nvCxnSpPr>
          <p:spPr>
            <a:xfrm>
              <a:off x="677823" y="3629823"/>
              <a:ext cx="330177" cy="330177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0B857CFB-0321-4EC8-AD0F-2EB896D50258}"/>
              </a:ext>
            </a:extLst>
          </p:cNvPr>
          <p:cNvCxnSpPr>
            <a:cxnSpLocks/>
            <a:stCxn id="161" idx="0"/>
            <a:endCxn id="152" idx="5"/>
          </p:cNvCxnSpPr>
          <p:nvPr/>
        </p:nvCxnSpPr>
        <p:spPr>
          <a:xfrm flipH="1" flipV="1">
            <a:off x="6452733" y="2312735"/>
            <a:ext cx="1575266" cy="927265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arrow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2473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172DA-7AD3-67B2-A1DB-67FADB3E1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TW" dirty="0"/>
              <a:t>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CFF3D-C871-245B-BC2B-575F1BC86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972000"/>
            <a:ext cx="8280000" cy="3888000"/>
          </a:xfrm>
        </p:spPr>
        <p:txBody>
          <a:bodyPr/>
          <a:lstStyle/>
          <a:p>
            <a:r>
              <a:rPr lang="en-US" b="1" u="sng" dirty="0"/>
              <a:t>Step 4</a:t>
            </a:r>
            <a:r>
              <a:rPr lang="en-US" dirty="0"/>
              <a:t>. </a:t>
            </a:r>
            <a:r>
              <a:rPr lang="en-US" altLang="zh-TW" dirty="0"/>
              <a:t>Use the scheduling results to improve the policy</a:t>
            </a:r>
            <a:endParaRPr lang="en-T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788A9-A082-46BD-EA1E-94F759C9FB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6BB42ED-0428-F349-A1E9-DBFAF59858C6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7F46CB72-8301-6DAB-5BCC-3D55E7D2F965}"/>
              </a:ext>
            </a:extLst>
          </p:cNvPr>
          <p:cNvSpPr txBox="1"/>
          <p:nvPr/>
        </p:nvSpPr>
        <p:spPr>
          <a:xfrm>
            <a:off x="6876000" y="3384000"/>
            <a:ext cx="1440000" cy="576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TW" sz="1600" dirty="0">
                <a:latin typeface="Calibri" panose="020F0502020204030204" pitchFamily="34" charset="0"/>
                <a:cs typeface="Calibri" panose="020F0502020204030204" pitchFamily="34" charset="0"/>
              </a:rPr>
              <a:t>Proximal Policy</a:t>
            </a:r>
          </a:p>
          <a:p>
            <a:pPr algn="ctr"/>
            <a:r>
              <a:rPr lang="en-TW" sz="1600" dirty="0">
                <a:latin typeface="Calibri" panose="020F0502020204030204" pitchFamily="34" charset="0"/>
                <a:cs typeface="Calibri" panose="020F0502020204030204" pitchFamily="34" charset="0"/>
              </a:rPr>
              <a:t>Optimization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3449D4-159A-0504-BA32-D0B900E88A7D}"/>
              </a:ext>
            </a:extLst>
          </p:cNvPr>
          <p:cNvSpPr txBox="1"/>
          <p:nvPr/>
        </p:nvSpPr>
        <p:spPr>
          <a:xfrm>
            <a:off x="684000" y="3204000"/>
            <a:ext cx="1440000" cy="576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TW" sz="1600" dirty="0">
                <a:latin typeface="Calibri" panose="020F0502020204030204" pitchFamily="34" charset="0"/>
                <a:cs typeface="Calibri" panose="020F0502020204030204" pitchFamily="34" charset="0"/>
              </a:rPr>
              <a:t>JSSP Graph</a:t>
            </a:r>
          </a:p>
          <a:p>
            <a:pPr algn="ctr"/>
            <a:r>
              <a:rPr lang="en-TW" sz="1600" dirty="0">
                <a:latin typeface="Calibri" panose="020F0502020204030204" pitchFamily="34" charset="0"/>
                <a:cs typeface="Calibri" panose="020F0502020204030204" pitchFamily="34" charset="0"/>
              </a:rPr>
              <a:t>Representation</a:t>
            </a:r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647182CA-5F62-9751-9B6B-310F01BAB27E}"/>
              </a:ext>
            </a:extLst>
          </p:cNvPr>
          <p:cNvSpPr txBox="1"/>
          <p:nvPr/>
        </p:nvSpPr>
        <p:spPr>
          <a:xfrm>
            <a:off x="3528000" y="3204000"/>
            <a:ext cx="1296701" cy="576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TW" sz="1600" dirty="0">
                <a:latin typeface="Calibri" panose="020F0502020204030204" pitchFamily="34" charset="0"/>
                <a:cs typeface="Calibri" panose="020F0502020204030204" pitchFamily="34" charset="0"/>
              </a:rPr>
              <a:t>Graph Neural</a:t>
            </a:r>
          </a:p>
          <a:p>
            <a:pPr algn="ctr"/>
            <a:r>
              <a:rPr lang="en-TW" sz="1600" dirty="0">
                <a:latin typeface="Calibri" panose="020F0502020204030204" pitchFamily="34" charset="0"/>
                <a:cs typeface="Calibri" panose="020F0502020204030204" pitchFamily="34" charset="0"/>
              </a:rPr>
              <a:t>Network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0DEA17D-6A37-8424-B39C-5D6C6A71A0B2}"/>
              </a:ext>
            </a:extLst>
          </p:cNvPr>
          <p:cNvGrpSpPr>
            <a:grpSpLocks noChangeAspect="1"/>
          </p:cNvGrpSpPr>
          <p:nvPr/>
        </p:nvGrpSpPr>
        <p:grpSpPr>
          <a:xfrm>
            <a:off x="828000" y="1872000"/>
            <a:ext cx="1152585" cy="1151999"/>
            <a:chOff x="5164648" y="2352098"/>
            <a:chExt cx="972494" cy="973311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F52DED3-C9B0-8CD3-ADE8-4908CE4A3D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72148" y="2960417"/>
              <a:ext cx="364992" cy="36499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TW" sz="1050" baseline="-25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38F5C75-5161-867B-B8C1-02D98ACE26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72150" y="2352098"/>
              <a:ext cx="364992" cy="364992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TW" sz="1050" baseline="-25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6AECD67-98DF-5279-C047-EA7C79C530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64648" y="2656257"/>
              <a:ext cx="364992" cy="364992"/>
            </a:xfrm>
            <a:prstGeom prst="ellipse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TW" sz="105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686B4F88-3A4A-525F-D384-F103880EF9DD}"/>
                </a:ext>
              </a:extLst>
            </p:cNvPr>
            <p:cNvCxnSpPr>
              <a:cxnSpLocks/>
              <a:stCxn id="27" idx="7"/>
              <a:endCxn id="26" idx="2"/>
            </p:cNvCxnSpPr>
            <p:nvPr/>
          </p:nvCxnSpPr>
          <p:spPr>
            <a:xfrm flipV="1">
              <a:off x="5476188" y="2534594"/>
              <a:ext cx="295961" cy="175115"/>
            </a:xfrm>
            <a:prstGeom prst="straightConnector1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1C8F8A8-43A2-F3BE-E1AC-F93E10CE7F2C}"/>
                </a:ext>
              </a:extLst>
            </p:cNvPr>
            <p:cNvCxnSpPr>
              <a:cxnSpLocks/>
              <a:stCxn id="27" idx="5"/>
              <a:endCxn id="25" idx="2"/>
            </p:cNvCxnSpPr>
            <p:nvPr/>
          </p:nvCxnSpPr>
          <p:spPr>
            <a:xfrm>
              <a:off x="5476188" y="2967797"/>
              <a:ext cx="295960" cy="175116"/>
            </a:xfrm>
            <a:prstGeom prst="straightConnector1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D19F822C-2BDC-2BE0-7B31-3D5AB6A52759}"/>
                </a:ext>
              </a:extLst>
            </p:cNvPr>
            <p:cNvCxnSpPr>
              <a:cxnSpLocks/>
              <a:stCxn id="26" idx="4"/>
              <a:endCxn id="25" idx="0"/>
            </p:cNvCxnSpPr>
            <p:nvPr/>
          </p:nvCxnSpPr>
          <p:spPr>
            <a:xfrm flipH="1">
              <a:off x="5954645" y="2717090"/>
              <a:ext cx="2" cy="243327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3" name="Group 1052">
            <a:extLst>
              <a:ext uri="{FF2B5EF4-FFF2-40B4-BE49-F238E27FC236}">
                <a16:creationId xmlns:a16="http://schemas.microsoft.com/office/drawing/2014/main" id="{89A5E62A-83C9-DAC9-0974-CC9B37267A08}"/>
              </a:ext>
            </a:extLst>
          </p:cNvPr>
          <p:cNvGrpSpPr/>
          <p:nvPr/>
        </p:nvGrpSpPr>
        <p:grpSpPr>
          <a:xfrm>
            <a:off x="3420002" y="1764000"/>
            <a:ext cx="1512000" cy="1368000"/>
            <a:chOff x="3705969" y="2121503"/>
            <a:chExt cx="1512000" cy="136800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62BA0E4-668C-79CE-4767-47C3E68E51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5969" y="2409503"/>
              <a:ext cx="216000" cy="216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TW" sz="1050" baseline="-25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AC5939B-112C-9AE9-29AB-7CEA7F53B9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5969" y="2985503"/>
              <a:ext cx="216000" cy="216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TW" sz="1050" baseline="-25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714CBC9-40C9-273C-78C8-6537E5F76B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53969" y="2121503"/>
              <a:ext cx="216000" cy="216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TW" sz="1050" baseline="-25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88F491F-CAAB-3439-A020-8803722855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53969" y="2409503"/>
              <a:ext cx="216000" cy="216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TW" sz="1050" baseline="-25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DD550CE-88CE-BDA3-CDB9-E066523497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53969" y="2697503"/>
              <a:ext cx="216000" cy="216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TW" sz="1050" baseline="-25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7458C07C-3D34-E8DC-2A27-A93586069A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53969" y="2985503"/>
              <a:ext cx="216000" cy="216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TW" sz="1050" baseline="-25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EDC8E73-EB6D-2A7D-E7AE-617B700619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53969" y="3273503"/>
              <a:ext cx="216000" cy="216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TW" sz="1050" baseline="-25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878DC9E-F026-9B11-3D19-CE6A5BA484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01969" y="2697503"/>
              <a:ext cx="216000" cy="216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TW" sz="1050" baseline="-25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C361063-CEC5-2CFA-DFA5-843537CF55A4}"/>
                </a:ext>
              </a:extLst>
            </p:cNvPr>
            <p:cNvCxnSpPr>
              <a:cxnSpLocks/>
              <a:stCxn id="39" idx="6"/>
              <a:endCxn id="41" idx="2"/>
            </p:cNvCxnSpPr>
            <p:nvPr/>
          </p:nvCxnSpPr>
          <p:spPr>
            <a:xfrm flipV="1">
              <a:off x="3921969" y="2229503"/>
              <a:ext cx="432000" cy="28800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BE91771-EC95-9898-5552-0891126F428A}"/>
                </a:ext>
              </a:extLst>
            </p:cNvPr>
            <p:cNvCxnSpPr>
              <a:cxnSpLocks/>
              <a:stCxn id="39" idx="6"/>
              <a:endCxn id="42" idx="2"/>
            </p:cNvCxnSpPr>
            <p:nvPr/>
          </p:nvCxnSpPr>
          <p:spPr>
            <a:xfrm>
              <a:off x="3921969" y="2517503"/>
              <a:ext cx="432000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9FF205A-A1B1-D8DC-D112-96CBB63330EF}"/>
                </a:ext>
              </a:extLst>
            </p:cNvPr>
            <p:cNvCxnSpPr>
              <a:cxnSpLocks/>
              <a:stCxn id="39" idx="6"/>
              <a:endCxn id="43" idx="2"/>
            </p:cNvCxnSpPr>
            <p:nvPr/>
          </p:nvCxnSpPr>
          <p:spPr>
            <a:xfrm>
              <a:off x="3921969" y="2517503"/>
              <a:ext cx="432000" cy="28800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408FB65-78EB-8F2D-CF96-95A13EE03A96}"/>
                </a:ext>
              </a:extLst>
            </p:cNvPr>
            <p:cNvCxnSpPr>
              <a:cxnSpLocks/>
              <a:stCxn id="39" idx="6"/>
              <a:endCxn id="44" idx="2"/>
            </p:cNvCxnSpPr>
            <p:nvPr/>
          </p:nvCxnSpPr>
          <p:spPr>
            <a:xfrm>
              <a:off x="3921969" y="2517503"/>
              <a:ext cx="432000" cy="57600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A909E9B-55AF-C675-DF5E-34EB6B2619FE}"/>
                </a:ext>
              </a:extLst>
            </p:cNvPr>
            <p:cNvCxnSpPr>
              <a:cxnSpLocks/>
              <a:stCxn id="39" idx="6"/>
              <a:endCxn id="45" idx="2"/>
            </p:cNvCxnSpPr>
            <p:nvPr/>
          </p:nvCxnSpPr>
          <p:spPr>
            <a:xfrm>
              <a:off x="3921969" y="2517503"/>
              <a:ext cx="432000" cy="86400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B1EC7A2-CDFD-7D1E-EC51-B35888D708FB}"/>
                </a:ext>
              </a:extLst>
            </p:cNvPr>
            <p:cNvCxnSpPr>
              <a:cxnSpLocks/>
              <a:stCxn id="40" idx="6"/>
              <a:endCxn id="41" idx="2"/>
            </p:cNvCxnSpPr>
            <p:nvPr/>
          </p:nvCxnSpPr>
          <p:spPr>
            <a:xfrm flipV="1">
              <a:off x="3921969" y="2229503"/>
              <a:ext cx="432000" cy="86400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Straight Connector 1024">
              <a:extLst>
                <a:ext uri="{FF2B5EF4-FFF2-40B4-BE49-F238E27FC236}">
                  <a16:creationId xmlns:a16="http://schemas.microsoft.com/office/drawing/2014/main" id="{E1C474D1-AF49-675B-597F-B090E28281B1}"/>
                </a:ext>
              </a:extLst>
            </p:cNvPr>
            <p:cNvCxnSpPr>
              <a:cxnSpLocks/>
              <a:stCxn id="40" idx="6"/>
              <a:endCxn id="42" idx="2"/>
            </p:cNvCxnSpPr>
            <p:nvPr/>
          </p:nvCxnSpPr>
          <p:spPr>
            <a:xfrm flipV="1">
              <a:off x="3921969" y="2517503"/>
              <a:ext cx="432000" cy="57600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Straight Connector 1028">
              <a:extLst>
                <a:ext uri="{FF2B5EF4-FFF2-40B4-BE49-F238E27FC236}">
                  <a16:creationId xmlns:a16="http://schemas.microsoft.com/office/drawing/2014/main" id="{CEA4A102-017F-9261-DC55-113A2C7B3AB4}"/>
                </a:ext>
              </a:extLst>
            </p:cNvPr>
            <p:cNvCxnSpPr>
              <a:cxnSpLocks/>
              <a:stCxn id="40" idx="6"/>
              <a:endCxn id="43" idx="2"/>
            </p:cNvCxnSpPr>
            <p:nvPr/>
          </p:nvCxnSpPr>
          <p:spPr>
            <a:xfrm flipV="1">
              <a:off x="3921969" y="2805503"/>
              <a:ext cx="432000" cy="28800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Straight Connector 1031">
              <a:extLst>
                <a:ext uri="{FF2B5EF4-FFF2-40B4-BE49-F238E27FC236}">
                  <a16:creationId xmlns:a16="http://schemas.microsoft.com/office/drawing/2014/main" id="{4A3A21E7-E9C7-FEA3-0142-BEB2493D61F2}"/>
                </a:ext>
              </a:extLst>
            </p:cNvPr>
            <p:cNvCxnSpPr>
              <a:cxnSpLocks/>
              <a:stCxn id="40" idx="6"/>
              <a:endCxn id="44" idx="2"/>
            </p:cNvCxnSpPr>
            <p:nvPr/>
          </p:nvCxnSpPr>
          <p:spPr>
            <a:xfrm>
              <a:off x="3921969" y="3093503"/>
              <a:ext cx="432000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Straight Connector 1034">
              <a:extLst>
                <a:ext uri="{FF2B5EF4-FFF2-40B4-BE49-F238E27FC236}">
                  <a16:creationId xmlns:a16="http://schemas.microsoft.com/office/drawing/2014/main" id="{A2CB654F-E46E-2E0A-3C60-319ABDC245E1}"/>
                </a:ext>
              </a:extLst>
            </p:cNvPr>
            <p:cNvCxnSpPr>
              <a:cxnSpLocks/>
              <a:stCxn id="40" idx="6"/>
              <a:endCxn id="45" idx="2"/>
            </p:cNvCxnSpPr>
            <p:nvPr/>
          </p:nvCxnSpPr>
          <p:spPr>
            <a:xfrm>
              <a:off x="3921969" y="3093503"/>
              <a:ext cx="432000" cy="28800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Straight Connector 1037">
              <a:extLst>
                <a:ext uri="{FF2B5EF4-FFF2-40B4-BE49-F238E27FC236}">
                  <a16:creationId xmlns:a16="http://schemas.microsoft.com/office/drawing/2014/main" id="{8F41FED2-A159-8277-1FC5-8BB5CC40D904}"/>
                </a:ext>
              </a:extLst>
            </p:cNvPr>
            <p:cNvCxnSpPr>
              <a:cxnSpLocks/>
              <a:stCxn id="41" idx="6"/>
              <a:endCxn id="46" idx="2"/>
            </p:cNvCxnSpPr>
            <p:nvPr/>
          </p:nvCxnSpPr>
          <p:spPr>
            <a:xfrm>
              <a:off x="4569969" y="2229503"/>
              <a:ext cx="432000" cy="57600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Straight Connector 1040">
              <a:extLst>
                <a:ext uri="{FF2B5EF4-FFF2-40B4-BE49-F238E27FC236}">
                  <a16:creationId xmlns:a16="http://schemas.microsoft.com/office/drawing/2014/main" id="{4401D2C9-5876-73E7-4B34-B1CFE17ABC84}"/>
                </a:ext>
              </a:extLst>
            </p:cNvPr>
            <p:cNvCxnSpPr>
              <a:cxnSpLocks/>
              <a:stCxn id="42" idx="6"/>
              <a:endCxn id="46" idx="2"/>
            </p:cNvCxnSpPr>
            <p:nvPr/>
          </p:nvCxnSpPr>
          <p:spPr>
            <a:xfrm>
              <a:off x="4569969" y="2517503"/>
              <a:ext cx="432000" cy="28800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1043">
              <a:extLst>
                <a:ext uri="{FF2B5EF4-FFF2-40B4-BE49-F238E27FC236}">
                  <a16:creationId xmlns:a16="http://schemas.microsoft.com/office/drawing/2014/main" id="{7D0996AD-C064-6A48-A875-C1006C78EE72}"/>
                </a:ext>
              </a:extLst>
            </p:cNvPr>
            <p:cNvCxnSpPr>
              <a:cxnSpLocks/>
              <a:stCxn id="43" idx="6"/>
              <a:endCxn id="46" idx="2"/>
            </p:cNvCxnSpPr>
            <p:nvPr/>
          </p:nvCxnSpPr>
          <p:spPr>
            <a:xfrm>
              <a:off x="4569969" y="2805503"/>
              <a:ext cx="432000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Straight Connector 1046">
              <a:extLst>
                <a:ext uri="{FF2B5EF4-FFF2-40B4-BE49-F238E27FC236}">
                  <a16:creationId xmlns:a16="http://schemas.microsoft.com/office/drawing/2014/main" id="{D42FC206-4027-E604-22B4-233C015F387C}"/>
                </a:ext>
              </a:extLst>
            </p:cNvPr>
            <p:cNvCxnSpPr>
              <a:cxnSpLocks/>
              <a:stCxn id="44" idx="6"/>
              <a:endCxn id="46" idx="2"/>
            </p:cNvCxnSpPr>
            <p:nvPr/>
          </p:nvCxnSpPr>
          <p:spPr>
            <a:xfrm flipV="1">
              <a:off x="4569969" y="2805503"/>
              <a:ext cx="432000" cy="28800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1049">
              <a:extLst>
                <a:ext uri="{FF2B5EF4-FFF2-40B4-BE49-F238E27FC236}">
                  <a16:creationId xmlns:a16="http://schemas.microsoft.com/office/drawing/2014/main" id="{294012C3-A0B8-264C-9445-3FC7432A1B09}"/>
                </a:ext>
              </a:extLst>
            </p:cNvPr>
            <p:cNvCxnSpPr>
              <a:cxnSpLocks/>
              <a:stCxn id="45" idx="5"/>
              <a:endCxn id="46" idx="2"/>
            </p:cNvCxnSpPr>
            <p:nvPr/>
          </p:nvCxnSpPr>
          <p:spPr>
            <a:xfrm flipV="1">
              <a:off x="4538337" y="2805503"/>
              <a:ext cx="463632" cy="652368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5" name="Right Arrow 1054">
            <a:extLst>
              <a:ext uri="{FF2B5EF4-FFF2-40B4-BE49-F238E27FC236}">
                <a16:creationId xmlns:a16="http://schemas.microsoft.com/office/drawing/2014/main" id="{623F3823-540D-AF4C-8455-A46F9D5EDB97}"/>
              </a:ext>
            </a:extLst>
          </p:cNvPr>
          <p:cNvSpPr/>
          <p:nvPr/>
        </p:nvSpPr>
        <p:spPr>
          <a:xfrm>
            <a:off x="2412002" y="2304000"/>
            <a:ext cx="576000" cy="288000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TW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059" name="Right Arrow 1058">
            <a:extLst>
              <a:ext uri="{FF2B5EF4-FFF2-40B4-BE49-F238E27FC236}">
                <a16:creationId xmlns:a16="http://schemas.microsoft.com/office/drawing/2014/main" id="{B34D0C7F-426E-C458-31D4-C916940A06C9}"/>
              </a:ext>
            </a:extLst>
          </p:cNvPr>
          <p:cNvSpPr/>
          <p:nvPr/>
        </p:nvSpPr>
        <p:spPr>
          <a:xfrm>
            <a:off x="5364000" y="2304000"/>
            <a:ext cx="576000" cy="288000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TW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A0025E6-42E3-4251-B906-C780357F3C61}"/>
              </a:ext>
            </a:extLst>
          </p:cNvPr>
          <p:cNvGrpSpPr/>
          <p:nvPr/>
        </p:nvGrpSpPr>
        <p:grpSpPr>
          <a:xfrm>
            <a:off x="6192000" y="1584000"/>
            <a:ext cx="2231435" cy="1728000"/>
            <a:chOff x="5976001" y="1764000"/>
            <a:chExt cx="2231435" cy="1728000"/>
          </a:xfrm>
        </p:grpSpPr>
        <p:grpSp>
          <p:nvGrpSpPr>
            <p:cNvPr id="1097" name="Group 1096">
              <a:extLst>
                <a:ext uri="{FF2B5EF4-FFF2-40B4-BE49-F238E27FC236}">
                  <a16:creationId xmlns:a16="http://schemas.microsoft.com/office/drawing/2014/main" id="{3416499E-D6F7-9E9D-8F0D-3DA0CE7F75C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976001" y="1764000"/>
              <a:ext cx="2231435" cy="1728000"/>
              <a:chOff x="5725767" y="1751779"/>
              <a:chExt cx="2018323" cy="1562970"/>
            </a:xfrm>
          </p:grpSpPr>
          <p:sp>
            <p:nvSpPr>
              <p:cNvPr id="1056" name="Rectangle 1055">
                <a:extLst>
                  <a:ext uri="{FF2B5EF4-FFF2-40B4-BE49-F238E27FC236}">
                    <a16:creationId xmlns:a16="http://schemas.microsoft.com/office/drawing/2014/main" id="{E05497FE-B0B4-F30B-BC2F-0D3D067A0834}"/>
                  </a:ext>
                </a:extLst>
              </p:cNvPr>
              <p:cNvSpPr/>
              <p:nvPr/>
            </p:nvSpPr>
            <p:spPr>
              <a:xfrm>
                <a:off x="6702624" y="2533264"/>
                <a:ext cx="586113" cy="260495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TW" sz="160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Actor</a:t>
                </a:r>
              </a:p>
            </p:txBody>
          </p:sp>
          <p:sp>
            <p:nvSpPr>
              <p:cNvPr id="1057" name="Rectangle 1056">
                <a:extLst>
                  <a:ext uri="{FF2B5EF4-FFF2-40B4-BE49-F238E27FC236}">
                    <a16:creationId xmlns:a16="http://schemas.microsoft.com/office/drawing/2014/main" id="{DE94FA46-459C-B6AB-E1DB-B3B10C8A5422}"/>
                  </a:ext>
                </a:extLst>
              </p:cNvPr>
              <p:cNvSpPr/>
              <p:nvPr/>
            </p:nvSpPr>
            <p:spPr>
              <a:xfrm>
                <a:off x="6702624" y="3054254"/>
                <a:ext cx="586113" cy="26049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TW" sz="160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Critic</a:t>
                </a:r>
              </a:p>
            </p:txBody>
          </p:sp>
          <p:sp>
            <p:nvSpPr>
              <p:cNvPr id="1058" name="Rectangle 1057">
                <a:extLst>
                  <a:ext uri="{FF2B5EF4-FFF2-40B4-BE49-F238E27FC236}">
                    <a16:creationId xmlns:a16="http://schemas.microsoft.com/office/drawing/2014/main" id="{A2DAFF0D-E76D-32DD-BC2E-D8A2E4F3BDD5}"/>
                  </a:ext>
                </a:extLst>
              </p:cNvPr>
              <p:cNvSpPr/>
              <p:nvPr/>
            </p:nvSpPr>
            <p:spPr>
              <a:xfrm>
                <a:off x="6409568" y="1751779"/>
                <a:ext cx="1172226" cy="260495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TW" sz="160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Environment</a:t>
                </a:r>
              </a:p>
            </p:txBody>
          </p:sp>
          <p:cxnSp>
            <p:nvCxnSpPr>
              <p:cNvPr id="1062" name="Elbow Connector 1061">
                <a:extLst>
                  <a:ext uri="{FF2B5EF4-FFF2-40B4-BE49-F238E27FC236}">
                    <a16:creationId xmlns:a16="http://schemas.microsoft.com/office/drawing/2014/main" id="{9C817948-0D71-585C-351E-28E64669A34A}"/>
                  </a:ext>
                </a:extLst>
              </p:cNvPr>
              <p:cNvCxnSpPr>
                <a:cxnSpLocks/>
                <a:stCxn id="1058" idx="1"/>
                <a:endCxn id="1056" idx="1"/>
              </p:cNvCxnSpPr>
              <p:nvPr/>
            </p:nvCxnSpPr>
            <p:spPr>
              <a:xfrm rot="10800000" flipH="1" flipV="1">
                <a:off x="6409568" y="1882027"/>
                <a:ext cx="293057" cy="781485"/>
              </a:xfrm>
              <a:prstGeom prst="bentConnector3">
                <a:avLst>
                  <a:gd name="adj1" fmla="val -70556"/>
                </a:avLst>
              </a:prstGeom>
              <a:ln w="19050">
                <a:solidFill>
                  <a:schemeClr val="tx1"/>
                </a:solidFill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4" name="Elbow Connector 1063">
                <a:extLst>
                  <a:ext uri="{FF2B5EF4-FFF2-40B4-BE49-F238E27FC236}">
                    <a16:creationId xmlns:a16="http://schemas.microsoft.com/office/drawing/2014/main" id="{6680660C-480B-B927-78E6-C4E1285DE153}"/>
                  </a:ext>
                </a:extLst>
              </p:cNvPr>
              <p:cNvCxnSpPr>
                <a:cxnSpLocks/>
                <a:stCxn id="1058" idx="1"/>
                <a:endCxn id="1057" idx="1"/>
              </p:cNvCxnSpPr>
              <p:nvPr/>
            </p:nvCxnSpPr>
            <p:spPr>
              <a:xfrm rot="10800000" flipH="1" flipV="1">
                <a:off x="6409567" y="1882027"/>
                <a:ext cx="293056" cy="1302475"/>
              </a:xfrm>
              <a:prstGeom prst="bentConnector3">
                <a:avLst>
                  <a:gd name="adj1" fmla="val -70556"/>
                </a:avLst>
              </a:prstGeom>
              <a:ln w="19050">
                <a:solidFill>
                  <a:schemeClr val="tx1"/>
                </a:solidFill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7" name="TextBox 1066">
                <a:extLst>
                  <a:ext uri="{FF2B5EF4-FFF2-40B4-BE49-F238E27FC236}">
                    <a16:creationId xmlns:a16="http://schemas.microsoft.com/office/drawing/2014/main" id="{C4B385B3-123F-006F-39F1-4B5B71C1C64F}"/>
                  </a:ext>
                </a:extLst>
              </p:cNvPr>
              <p:cNvSpPr txBox="1"/>
              <p:nvPr/>
            </p:nvSpPr>
            <p:spPr>
              <a:xfrm>
                <a:off x="5725767" y="2175083"/>
                <a:ext cx="944293" cy="19537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r>
                  <a:rPr lang="en-TW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rajectories</a:t>
                </a:r>
              </a:p>
            </p:txBody>
          </p:sp>
          <p:cxnSp>
            <p:nvCxnSpPr>
              <p:cNvPr id="1069" name="Straight Arrow Connector 1068">
                <a:extLst>
                  <a:ext uri="{FF2B5EF4-FFF2-40B4-BE49-F238E27FC236}">
                    <a16:creationId xmlns:a16="http://schemas.microsoft.com/office/drawing/2014/main" id="{62F5674B-94AA-A677-7A89-BD1E9F1AA5BD}"/>
                  </a:ext>
                </a:extLst>
              </p:cNvPr>
              <p:cNvCxnSpPr>
                <a:cxnSpLocks/>
                <a:stCxn id="1056" idx="0"/>
                <a:endCxn id="1058" idx="2"/>
              </p:cNvCxnSpPr>
              <p:nvPr/>
            </p:nvCxnSpPr>
            <p:spPr>
              <a:xfrm flipV="1">
                <a:off x="6995681" y="2012274"/>
                <a:ext cx="0" cy="52099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4" name="TextBox 1073">
                <a:extLst>
                  <a:ext uri="{FF2B5EF4-FFF2-40B4-BE49-F238E27FC236}">
                    <a16:creationId xmlns:a16="http://schemas.microsoft.com/office/drawing/2014/main" id="{56F322E2-7BC5-23AC-6B00-E284C4CB1AA9}"/>
                  </a:ext>
                </a:extLst>
              </p:cNvPr>
              <p:cNvSpPr txBox="1"/>
              <p:nvPr/>
            </p:nvSpPr>
            <p:spPr>
              <a:xfrm>
                <a:off x="6735186" y="2175083"/>
                <a:ext cx="520990" cy="16280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r>
                  <a:rPr lang="en-TW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ction</a:t>
                </a:r>
              </a:p>
            </p:txBody>
          </p:sp>
          <p:cxnSp>
            <p:nvCxnSpPr>
              <p:cNvPr id="1082" name="Elbow Connector 1081">
                <a:extLst>
                  <a:ext uri="{FF2B5EF4-FFF2-40B4-BE49-F238E27FC236}">
                    <a16:creationId xmlns:a16="http://schemas.microsoft.com/office/drawing/2014/main" id="{952EF504-6BFA-0C79-D82F-F6F7D26888ED}"/>
                  </a:ext>
                </a:extLst>
              </p:cNvPr>
              <p:cNvCxnSpPr>
                <a:cxnSpLocks/>
                <a:stCxn id="1096" idx="3"/>
                <a:endCxn id="1056" idx="3"/>
              </p:cNvCxnSpPr>
              <p:nvPr/>
            </p:nvCxnSpPr>
            <p:spPr>
              <a:xfrm flipH="1" flipV="1">
                <a:off x="7288737" y="2663512"/>
                <a:ext cx="390742" cy="260495"/>
              </a:xfrm>
              <a:prstGeom prst="bentConnector3">
                <a:avLst>
                  <a:gd name="adj1" fmla="val -45408"/>
                </a:avLst>
              </a:prstGeom>
              <a:ln w="19050">
                <a:solidFill>
                  <a:schemeClr val="tx1"/>
                </a:solidFill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6" name="Elbow Connector 1085">
                <a:extLst>
                  <a:ext uri="{FF2B5EF4-FFF2-40B4-BE49-F238E27FC236}">
                    <a16:creationId xmlns:a16="http://schemas.microsoft.com/office/drawing/2014/main" id="{80E84694-F144-66F7-B615-5AF4CB51EB0A}"/>
                  </a:ext>
                </a:extLst>
              </p:cNvPr>
              <p:cNvCxnSpPr>
                <a:cxnSpLocks/>
                <a:stCxn id="1096" idx="3"/>
                <a:endCxn id="1057" idx="3"/>
              </p:cNvCxnSpPr>
              <p:nvPr/>
            </p:nvCxnSpPr>
            <p:spPr>
              <a:xfrm flipH="1">
                <a:off x="7288737" y="2924007"/>
                <a:ext cx="390742" cy="260495"/>
              </a:xfrm>
              <a:prstGeom prst="bentConnector3">
                <a:avLst>
                  <a:gd name="adj1" fmla="val -45408"/>
                </a:avLst>
              </a:prstGeom>
              <a:ln w="19050">
                <a:solidFill>
                  <a:schemeClr val="tx1"/>
                </a:solidFill>
                <a:headEnd type="non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6" name="TextBox 1095">
                <a:extLst>
                  <a:ext uri="{FF2B5EF4-FFF2-40B4-BE49-F238E27FC236}">
                    <a16:creationId xmlns:a16="http://schemas.microsoft.com/office/drawing/2014/main" id="{3F606430-CABF-9A29-407F-DABABE6167AA}"/>
                  </a:ext>
                </a:extLst>
              </p:cNvPr>
              <p:cNvSpPr txBox="1"/>
              <p:nvPr/>
            </p:nvSpPr>
            <p:spPr>
              <a:xfrm>
                <a:off x="7353348" y="2793759"/>
                <a:ext cx="390742" cy="26049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</a:t>
                </a:r>
                <a:r>
                  <a:rPr lang="en-TW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oss</a:t>
                </a:r>
              </a:p>
            </p:txBody>
          </p:sp>
        </p:grp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CD14FFE5-483C-49E7-9047-AD2B1656919A}"/>
                </a:ext>
              </a:extLst>
            </p:cNvPr>
            <p:cNvCxnSpPr>
              <a:cxnSpLocks/>
              <a:stCxn id="1057" idx="0"/>
              <a:endCxn id="1056" idx="2"/>
            </p:cNvCxnSpPr>
            <p:nvPr/>
          </p:nvCxnSpPr>
          <p:spPr>
            <a:xfrm flipV="1">
              <a:off x="7380000" y="2916000"/>
              <a:ext cx="0" cy="28800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CD44C64-323B-4D65-939A-3D3810A86869}"/>
                </a:ext>
              </a:extLst>
            </p:cNvPr>
            <p:cNvCxnSpPr>
              <a:cxnSpLocks/>
              <a:stCxn id="1096" idx="1"/>
            </p:cNvCxnSpPr>
            <p:nvPr/>
          </p:nvCxnSpPr>
          <p:spPr>
            <a:xfrm flipH="1">
              <a:off x="7380001" y="3060000"/>
              <a:ext cx="395434" cy="1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047768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B5E3F-D3A2-CF1C-8506-C1D2789AA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TW" dirty="0"/>
              <a:t>Our Approach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7D8FE-1EE2-6CCB-8AEA-E2882B18A0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6BB42ED-0428-F349-A1E9-DBFAF59858C6}" type="slidenum">
              <a:rPr lang="en-US" smtClean="0"/>
              <a:pPr/>
              <a:t>21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86813B7-0CC6-4B2A-8A71-027211CF1A36}"/>
              </a:ext>
            </a:extLst>
          </p:cNvPr>
          <p:cNvGrpSpPr/>
          <p:nvPr/>
        </p:nvGrpSpPr>
        <p:grpSpPr>
          <a:xfrm>
            <a:off x="1296000" y="1440000"/>
            <a:ext cx="6552000" cy="2160000"/>
            <a:chOff x="1332000" y="1872000"/>
            <a:chExt cx="6552000" cy="216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3B48989-15E5-2965-4D0B-FB4665DEACC4}"/>
                </a:ext>
              </a:extLst>
            </p:cNvPr>
            <p:cNvSpPr/>
            <p:nvPr/>
          </p:nvSpPr>
          <p:spPr>
            <a:xfrm>
              <a:off x="1332000" y="3024000"/>
              <a:ext cx="2160000" cy="100800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14400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libri" panose="020F0502020204030204" pitchFamily="34" charset="0"/>
                </a:rPr>
                <a:t>Graph-Based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Calibri" panose="020F0502020204030204" pitchFamily="34" charset="0"/>
                </a:rPr>
                <a:t>Intersection Model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787772A-2A57-DA78-95E7-B7273218F7EC}"/>
                </a:ext>
              </a:extLst>
            </p:cNvPr>
            <p:cNvSpPr/>
            <p:nvPr/>
          </p:nvSpPr>
          <p:spPr>
            <a:xfrm>
              <a:off x="5508000" y="3024000"/>
              <a:ext cx="2160000" cy="100800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libri" panose="020F0502020204030204" pitchFamily="34" charset="0"/>
                </a:rPr>
                <a:t>Reinforcement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Calibri" panose="020F0502020204030204" pitchFamily="34" charset="0"/>
                </a:rPr>
                <a:t>Learning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01799DD-FEC3-3719-CE69-CBEC940F060C}"/>
                </a:ext>
              </a:extLst>
            </p:cNvPr>
            <p:cNvSpPr/>
            <p:nvPr/>
          </p:nvSpPr>
          <p:spPr>
            <a:xfrm>
              <a:off x="3348000" y="3168000"/>
              <a:ext cx="288000" cy="720000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vert" lIns="0" tIns="0" rIns="0" bIns="0" rtlCol="0" anchor="ctr"/>
            <a:lstStyle/>
            <a:p>
              <a:pPr algn="ctr"/>
              <a:r>
                <a:rPr lang="en-TW" dirty="0">
                  <a:solidFill>
                    <a:schemeClr val="tx1"/>
                  </a:solidFill>
                  <a:latin typeface="Calibri" panose="020F0502020204030204" pitchFamily="34" charset="0"/>
                </a:rPr>
                <a:t>JSSP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A97790E-976F-B152-05AA-2B1BC1ED82A7}"/>
                </a:ext>
              </a:extLst>
            </p:cNvPr>
            <p:cNvSpPr/>
            <p:nvPr/>
          </p:nvSpPr>
          <p:spPr>
            <a:xfrm>
              <a:off x="5364000" y="3168000"/>
              <a:ext cx="288000" cy="720000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vert" lIns="0" tIns="0" rIns="0" bIns="0" rtlCol="0" anchor="ctr"/>
            <a:lstStyle/>
            <a:p>
              <a:pPr algn="ctr"/>
              <a:r>
                <a:rPr lang="en-TW" dirty="0">
                  <a:solidFill>
                    <a:schemeClr val="tx1"/>
                  </a:solidFill>
                  <a:latin typeface="Calibri" panose="020F0502020204030204" pitchFamily="34" charset="0"/>
                </a:rPr>
                <a:t>GNN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DF08731-20B2-8832-5093-B5AF330581CC}"/>
                </a:ext>
              </a:extLst>
            </p:cNvPr>
            <p:cNvCxnSpPr>
              <a:cxnSpLocks/>
              <a:stCxn id="14" idx="3"/>
              <a:endCxn id="15" idx="1"/>
            </p:cNvCxnSpPr>
            <p:nvPr/>
          </p:nvCxnSpPr>
          <p:spPr>
            <a:xfrm>
              <a:off x="3636000" y="3528000"/>
              <a:ext cx="1728000" cy="0"/>
            </a:xfrm>
            <a:prstGeom prst="line">
              <a:avLst/>
            </a:prstGeom>
            <a:ln w="3175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5E73A91-5EB8-98A0-99DD-8F32BF51B100}"/>
                </a:ext>
              </a:extLst>
            </p:cNvPr>
            <p:cNvSpPr txBox="1"/>
            <p:nvPr/>
          </p:nvSpPr>
          <p:spPr>
            <a:xfrm>
              <a:off x="1332000" y="1872000"/>
              <a:ext cx="2160000" cy="576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algn="ctr"/>
              <a:r>
                <a:rPr lang="en-TW" dirty="0">
                  <a:latin typeface="Calibri" panose="020F0502020204030204" pitchFamily="34" charset="0"/>
                  <a:cs typeface="Calibri" panose="020F0502020204030204" pitchFamily="34" charset="0"/>
                </a:rPr>
                <a:t>Batches of</a:t>
              </a:r>
              <a:b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TW" dirty="0">
                  <a:latin typeface="Calibri" panose="020F0502020204030204" pitchFamily="34" charset="0"/>
                  <a:cs typeface="Calibri" panose="020F0502020204030204" pitchFamily="34" charset="0"/>
                </a:rPr>
                <a:t>Incoming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TW" dirty="0">
                  <a:latin typeface="Calibri" panose="020F0502020204030204" pitchFamily="34" charset="0"/>
                  <a:cs typeface="Calibri" panose="020F0502020204030204" pitchFamily="34" charset="0"/>
                </a:rPr>
                <a:t>Vehicle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s</a:t>
              </a:r>
              <a:endParaRPr lang="en-TW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BD287B8-C71B-6ABA-FCB1-4851854356B7}"/>
                </a:ext>
              </a:extLst>
            </p:cNvPr>
            <p:cNvCxnSpPr>
              <a:cxnSpLocks/>
            </p:cNvCxnSpPr>
            <p:nvPr/>
          </p:nvCxnSpPr>
          <p:spPr>
            <a:xfrm>
              <a:off x="2412000" y="2448000"/>
              <a:ext cx="0" cy="576000"/>
            </a:xfrm>
            <a:prstGeom prst="straightConnector1">
              <a:avLst/>
            </a:prstGeom>
            <a:ln w="317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1B67741-66BE-2369-DC2F-8AC096A10C21}"/>
                </a:ext>
              </a:extLst>
            </p:cNvPr>
            <p:cNvSpPr txBox="1"/>
            <p:nvPr/>
          </p:nvSpPr>
          <p:spPr>
            <a:xfrm>
              <a:off x="2412000" y="2556000"/>
              <a:ext cx="2016000" cy="28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TW" dirty="0">
                  <a:latin typeface="Calibri" panose="020F0502020204030204" pitchFamily="34" charset="0"/>
                  <a:cs typeface="Calibri" panose="020F0502020204030204" pitchFamily="34" charset="0"/>
                </a:rPr>
                <a:t>(Grouping Strategy)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CB45B41-7B89-A942-B85A-E0859A25F9F8}"/>
                </a:ext>
              </a:extLst>
            </p:cNvPr>
            <p:cNvSpPr txBox="1"/>
            <p:nvPr/>
          </p:nvSpPr>
          <p:spPr>
            <a:xfrm>
              <a:off x="5292000" y="1872000"/>
              <a:ext cx="2592000" cy="576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TW" dirty="0">
                  <a:latin typeface="Calibri" panose="020F0502020204030204" pitchFamily="34" charset="0"/>
                  <a:cs typeface="Calibri" panose="020F0502020204030204" pitchFamily="34" charset="0"/>
                </a:rPr>
                <a:t>Centralized Learning-Based</a:t>
              </a:r>
            </a:p>
            <a:p>
              <a:pPr algn="ctr"/>
              <a:r>
                <a:rPr lang="en-TW" dirty="0">
                  <a:latin typeface="Calibri" panose="020F0502020204030204" pitchFamily="34" charset="0"/>
                  <a:cs typeface="Calibri" panose="020F0502020204030204" pitchFamily="34" charset="0"/>
                </a:rPr>
                <a:t>Intersection Manager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76A7E4A-FD57-23CC-21D9-801289E149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8000" y="2448000"/>
              <a:ext cx="0" cy="576000"/>
            </a:xfrm>
            <a:prstGeom prst="straightConnector1">
              <a:avLst/>
            </a:prstGeom>
            <a:ln w="317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96000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2047B-6FEE-4554-8DB9-C60BD5244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8BB9E-7A0C-44D3-BF1B-53DA24A91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Background</a:t>
            </a:r>
          </a:p>
          <a:p>
            <a:r>
              <a:rPr lang="en-US" dirty="0"/>
              <a:t>Problem Definition</a:t>
            </a:r>
          </a:p>
          <a:p>
            <a:r>
              <a:rPr lang="en-US" dirty="0"/>
              <a:t>Our Approach</a:t>
            </a:r>
          </a:p>
          <a:p>
            <a:r>
              <a:rPr lang="en-US" altLang="zh-TW" b="1" u="sng" dirty="0"/>
              <a:t>Experimental Results</a:t>
            </a:r>
          </a:p>
          <a:p>
            <a:r>
              <a:rPr lang="en-US" altLang="zh-TW" dirty="0"/>
              <a:t>Conclusion</a:t>
            </a:r>
            <a:endParaRPr lang="zh-TW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C448C-27CD-4CBF-809E-0099856043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6BB42ED-0428-F349-A1E9-DBFAF59858C6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94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0EE532F-5924-06FB-9CA5-70D9DCAB3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972000"/>
            <a:ext cx="8280000" cy="3888000"/>
          </a:xfrm>
        </p:spPr>
        <p:txBody>
          <a:bodyPr/>
          <a:lstStyle/>
          <a:p>
            <a:r>
              <a:rPr lang="en-TW" dirty="0">
                <a:latin typeface="Calibri" panose="020F0502020204030204" pitchFamily="34" charset="0"/>
                <a:cs typeface="Calibri" panose="020F0502020204030204" pitchFamily="34" charset="0"/>
              </a:rPr>
              <a:t>Baseline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 the</a:t>
            </a:r>
            <a:r>
              <a:rPr lang="en-TW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TW" sz="2400" b="1" u="sng" dirty="0">
                <a:latin typeface="Calibri" panose="020F0502020204030204" pitchFamily="34" charset="0"/>
                <a:cs typeface="Calibri" panose="020F0502020204030204" pitchFamily="34" charset="0"/>
              </a:rPr>
              <a:t>iGreedy</a:t>
            </a:r>
            <a:r>
              <a:rPr lang="en-TW" sz="2400" dirty="0">
                <a:latin typeface="Calibri" panose="020F0502020204030204" pitchFamily="34" charset="0"/>
                <a:cs typeface="Calibri" panose="020F0502020204030204" pitchFamily="34" charset="0"/>
              </a:rPr>
              <a:t> policy</a:t>
            </a:r>
            <a:endParaRPr lang="en-US" dirty="0"/>
          </a:p>
          <a:p>
            <a:pPr lvl="1"/>
            <a:r>
              <a:rPr lang="en-US" dirty="0"/>
              <a:t>A</a:t>
            </a:r>
            <a:r>
              <a:rPr lang="en-TW" dirty="0">
                <a:latin typeface="Calibri" panose="020F0502020204030204" pitchFamily="34" charset="0"/>
                <a:cs typeface="Calibri" panose="020F0502020204030204" pitchFamily="34" charset="0"/>
              </a:rPr>
              <a:t> greedy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TW" dirty="0">
                <a:latin typeface="Calibri" panose="020F0502020204030204" pitchFamily="34" charset="0"/>
                <a:cs typeface="Calibri" panose="020F0502020204030204" pitchFamily="34" charset="0"/>
              </a:rPr>
              <a:t>algorithm that sch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TW" dirty="0">
                <a:latin typeface="Calibri" panose="020F0502020204030204" pitchFamily="34" charset="0"/>
                <a:cs typeface="Calibri" panose="020F0502020204030204" pitchFamily="34" charset="0"/>
              </a:rPr>
              <a:t>dule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TW" dirty="0">
                <a:latin typeface="Calibri" panose="020F0502020204030204" pitchFamily="34" charset="0"/>
                <a:cs typeface="Calibri" panose="020F0502020204030204" pitchFamily="34" charset="0"/>
              </a:rPr>
              <a:t> a vehicle to enter its next conflict zone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without creating a deadlock </a:t>
            </a:r>
            <a:r>
              <a:rPr lang="en-TW" dirty="0">
                <a:latin typeface="Calibri" panose="020F0502020204030204" pitchFamily="34" charset="0"/>
                <a:cs typeface="Calibri" panose="020F0502020204030204" pitchFamily="34" charset="0"/>
              </a:rPr>
              <a:t>once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conflict zone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TW" dirty="0">
                <a:latin typeface="Calibri" panose="020F0502020204030204" pitchFamily="34" charset="0"/>
                <a:cs typeface="Calibri" panose="020F0502020204030204" pitchFamily="34" charset="0"/>
              </a:rPr>
              <a:t>s available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/>
              <a:t>Traffic density: 0.3 or 0.7 vehicle per lane per second</a:t>
            </a:r>
          </a:p>
          <a:p>
            <a:r>
              <a:rPr lang="en-US" dirty="0"/>
              <a:t>Group size: 10 or 30</a:t>
            </a:r>
          </a:p>
          <a:p>
            <a:r>
              <a:rPr lang="en-US" dirty="0"/>
              <a:t>Intersection:</a:t>
            </a:r>
          </a:p>
          <a:p>
            <a:endParaRPr lang="en-TW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B511C3-AB40-A48F-D6CC-D6217491A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TW" dirty="0"/>
              <a:t>Experiment</a:t>
            </a:r>
            <a:r>
              <a:rPr lang="en-US" dirty="0"/>
              <a:t>al</a:t>
            </a:r>
            <a:r>
              <a:rPr lang="en-TW" dirty="0"/>
              <a:t> Setting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B4F50-26D6-78C2-7349-3894D2B022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6BB42ED-0428-F349-A1E9-DBFAF59858C6}" type="slidenum">
              <a:rPr lang="en-US" smtClean="0"/>
              <a:pPr/>
              <a:t>23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EC39ADF-E57F-40CB-9381-E56E894F3E2B}"/>
              </a:ext>
            </a:extLst>
          </p:cNvPr>
          <p:cNvGrpSpPr/>
          <p:nvPr/>
        </p:nvGrpSpPr>
        <p:grpSpPr>
          <a:xfrm>
            <a:off x="2304000" y="2664000"/>
            <a:ext cx="6678000" cy="2268000"/>
            <a:chOff x="2359067" y="2685033"/>
            <a:chExt cx="6678000" cy="226800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1339AD2-874B-4B7B-BF99-0E53984F7C79}"/>
                </a:ext>
              </a:extLst>
            </p:cNvPr>
            <p:cNvGrpSpPr/>
            <p:nvPr/>
          </p:nvGrpSpPr>
          <p:grpSpPr>
            <a:xfrm>
              <a:off x="2449067" y="2685033"/>
              <a:ext cx="6588000" cy="1980000"/>
              <a:chOff x="180000" y="4896000"/>
              <a:chExt cx="6588000" cy="1980000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A49A5980-D246-44DA-93D2-6BE4A35AE74C}"/>
                  </a:ext>
                </a:extLst>
              </p:cNvPr>
              <p:cNvGrpSpPr/>
              <p:nvPr/>
            </p:nvGrpSpPr>
            <p:grpSpPr>
              <a:xfrm>
                <a:off x="4896000" y="4949999"/>
                <a:ext cx="1872000" cy="1872002"/>
                <a:chOff x="4896000" y="4896000"/>
                <a:chExt cx="1872000" cy="1872002"/>
              </a:xfrm>
            </p:grpSpPr>
            <p:sp>
              <p:nvSpPr>
                <p:cNvPr id="152" name="Oval 151">
                  <a:extLst>
                    <a:ext uri="{FF2B5EF4-FFF2-40B4-BE49-F238E27FC236}">
                      <a16:creationId xmlns:a16="http://schemas.microsoft.com/office/drawing/2014/main" id="{CBC276B0-22A9-4BD1-890C-7D8F70582BD4}"/>
                    </a:ext>
                  </a:extLst>
                </p:cNvPr>
                <p:cNvSpPr/>
                <p:nvPr/>
              </p:nvSpPr>
              <p:spPr>
                <a:xfrm>
                  <a:off x="6480000" y="5040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3" name="Oval 152">
                  <a:extLst>
                    <a:ext uri="{FF2B5EF4-FFF2-40B4-BE49-F238E27FC236}">
                      <a16:creationId xmlns:a16="http://schemas.microsoft.com/office/drawing/2014/main" id="{CE1DEAD1-4B6D-4995-8B81-E2D7EF62841E}"/>
                    </a:ext>
                  </a:extLst>
                </p:cNvPr>
                <p:cNvSpPr/>
                <p:nvPr/>
              </p:nvSpPr>
              <p:spPr>
                <a:xfrm>
                  <a:off x="6192000" y="5040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4" name="Oval 153">
                  <a:extLst>
                    <a:ext uri="{FF2B5EF4-FFF2-40B4-BE49-F238E27FC236}">
                      <a16:creationId xmlns:a16="http://schemas.microsoft.com/office/drawing/2014/main" id="{CC1CC032-9129-4815-90F7-960AE8678DBD}"/>
                    </a:ext>
                  </a:extLst>
                </p:cNvPr>
                <p:cNvSpPr/>
                <p:nvPr/>
              </p:nvSpPr>
              <p:spPr>
                <a:xfrm>
                  <a:off x="5904000" y="5040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5" name="Oval 154">
                  <a:extLst>
                    <a:ext uri="{FF2B5EF4-FFF2-40B4-BE49-F238E27FC236}">
                      <a16:creationId xmlns:a16="http://schemas.microsoft.com/office/drawing/2014/main" id="{1702E802-1951-4DD1-80C0-3164080CE4B4}"/>
                    </a:ext>
                  </a:extLst>
                </p:cNvPr>
                <p:cNvSpPr/>
                <p:nvPr/>
              </p:nvSpPr>
              <p:spPr>
                <a:xfrm>
                  <a:off x="5616000" y="5040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6" name="Oval 155">
                  <a:extLst>
                    <a:ext uri="{FF2B5EF4-FFF2-40B4-BE49-F238E27FC236}">
                      <a16:creationId xmlns:a16="http://schemas.microsoft.com/office/drawing/2014/main" id="{74734137-476C-46C9-955D-2010ADEA9AFB}"/>
                    </a:ext>
                  </a:extLst>
                </p:cNvPr>
                <p:cNvSpPr/>
                <p:nvPr/>
              </p:nvSpPr>
              <p:spPr>
                <a:xfrm>
                  <a:off x="5040000" y="5040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7" name="Oval 156">
                  <a:extLst>
                    <a:ext uri="{FF2B5EF4-FFF2-40B4-BE49-F238E27FC236}">
                      <a16:creationId xmlns:a16="http://schemas.microsoft.com/office/drawing/2014/main" id="{2B03D6A0-B680-4BE6-AF2B-16262423170E}"/>
                    </a:ext>
                  </a:extLst>
                </p:cNvPr>
                <p:cNvSpPr/>
                <p:nvPr/>
              </p:nvSpPr>
              <p:spPr>
                <a:xfrm>
                  <a:off x="5328000" y="5040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07BF6F1F-5F3F-437D-B2A9-1656AAD5F017}"/>
                    </a:ext>
                  </a:extLst>
                </p:cNvPr>
                <p:cNvCxnSpPr>
                  <a:cxnSpLocks/>
                  <a:stCxn id="152" idx="2"/>
                  <a:endCxn id="153" idx="6"/>
                </p:cNvCxnSpPr>
                <p:nvPr/>
              </p:nvCxnSpPr>
              <p:spPr>
                <a:xfrm flipH="1">
                  <a:off x="6336000" y="5112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Straight Connector 158">
                  <a:extLst>
                    <a:ext uri="{FF2B5EF4-FFF2-40B4-BE49-F238E27FC236}">
                      <a16:creationId xmlns:a16="http://schemas.microsoft.com/office/drawing/2014/main" id="{D5E194FE-185C-4A87-BD6F-69943B5C1AA2}"/>
                    </a:ext>
                  </a:extLst>
                </p:cNvPr>
                <p:cNvCxnSpPr>
                  <a:cxnSpLocks/>
                  <a:stCxn id="153" idx="2"/>
                  <a:endCxn id="154" idx="6"/>
                </p:cNvCxnSpPr>
                <p:nvPr/>
              </p:nvCxnSpPr>
              <p:spPr>
                <a:xfrm flipH="1">
                  <a:off x="6048000" y="5112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Connector 159">
                  <a:extLst>
                    <a:ext uri="{FF2B5EF4-FFF2-40B4-BE49-F238E27FC236}">
                      <a16:creationId xmlns:a16="http://schemas.microsoft.com/office/drawing/2014/main" id="{57999C4C-ACAD-419B-8C37-885673911BD9}"/>
                    </a:ext>
                  </a:extLst>
                </p:cNvPr>
                <p:cNvCxnSpPr>
                  <a:cxnSpLocks/>
                  <a:stCxn id="154" idx="2"/>
                  <a:endCxn id="155" idx="6"/>
                </p:cNvCxnSpPr>
                <p:nvPr/>
              </p:nvCxnSpPr>
              <p:spPr>
                <a:xfrm flipH="1">
                  <a:off x="5760000" y="5112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DE8CBB9F-1F2A-478B-B38D-40688735ED98}"/>
                    </a:ext>
                  </a:extLst>
                </p:cNvPr>
                <p:cNvCxnSpPr>
                  <a:cxnSpLocks/>
                  <a:stCxn id="155" idx="2"/>
                  <a:endCxn id="157" idx="6"/>
                </p:cNvCxnSpPr>
                <p:nvPr/>
              </p:nvCxnSpPr>
              <p:spPr>
                <a:xfrm flipH="1">
                  <a:off x="5472000" y="5112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Connector 161">
                  <a:extLst>
                    <a:ext uri="{FF2B5EF4-FFF2-40B4-BE49-F238E27FC236}">
                      <a16:creationId xmlns:a16="http://schemas.microsoft.com/office/drawing/2014/main" id="{30ED0097-12D9-4C21-B26D-2643BC42062E}"/>
                    </a:ext>
                  </a:extLst>
                </p:cNvPr>
                <p:cNvCxnSpPr>
                  <a:cxnSpLocks/>
                  <a:stCxn id="157" idx="2"/>
                  <a:endCxn id="156" idx="6"/>
                </p:cNvCxnSpPr>
                <p:nvPr/>
              </p:nvCxnSpPr>
              <p:spPr>
                <a:xfrm flipH="1">
                  <a:off x="5184000" y="5112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1A603C5F-3477-4052-9C0A-229475E0A02B}"/>
                    </a:ext>
                  </a:extLst>
                </p:cNvPr>
                <p:cNvCxnSpPr>
                  <a:cxnSpLocks/>
                  <a:endCxn id="152" idx="6"/>
                </p:cNvCxnSpPr>
                <p:nvPr/>
              </p:nvCxnSpPr>
              <p:spPr>
                <a:xfrm flipH="1">
                  <a:off x="6624000" y="5112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6A33C8D6-EBE2-4BA6-AEBB-F11658B7D64F}"/>
                    </a:ext>
                  </a:extLst>
                </p:cNvPr>
                <p:cNvCxnSpPr>
                  <a:cxnSpLocks/>
                  <a:stCxn id="156" idx="2"/>
                </p:cNvCxnSpPr>
                <p:nvPr/>
              </p:nvCxnSpPr>
              <p:spPr>
                <a:xfrm flipH="1">
                  <a:off x="4896000" y="5112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5" name="Oval 164">
                  <a:extLst>
                    <a:ext uri="{FF2B5EF4-FFF2-40B4-BE49-F238E27FC236}">
                      <a16:creationId xmlns:a16="http://schemas.microsoft.com/office/drawing/2014/main" id="{BDD28929-4CFF-4ED3-9F71-9D33924C6607}"/>
                    </a:ext>
                  </a:extLst>
                </p:cNvPr>
                <p:cNvSpPr/>
                <p:nvPr/>
              </p:nvSpPr>
              <p:spPr>
                <a:xfrm>
                  <a:off x="6480000" y="5328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19C65D23-317B-4529-B3AE-A959D2729C28}"/>
                    </a:ext>
                  </a:extLst>
                </p:cNvPr>
                <p:cNvSpPr/>
                <p:nvPr/>
              </p:nvSpPr>
              <p:spPr>
                <a:xfrm>
                  <a:off x="6192000" y="5328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993EFDBF-1D08-464D-93CD-230DBB578C6C}"/>
                    </a:ext>
                  </a:extLst>
                </p:cNvPr>
                <p:cNvSpPr/>
                <p:nvPr/>
              </p:nvSpPr>
              <p:spPr>
                <a:xfrm>
                  <a:off x="5904000" y="5328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68" name="Oval 167">
                  <a:extLst>
                    <a:ext uri="{FF2B5EF4-FFF2-40B4-BE49-F238E27FC236}">
                      <a16:creationId xmlns:a16="http://schemas.microsoft.com/office/drawing/2014/main" id="{5DC986ED-FBC9-4C38-A447-AF5576833C91}"/>
                    </a:ext>
                  </a:extLst>
                </p:cNvPr>
                <p:cNvSpPr/>
                <p:nvPr/>
              </p:nvSpPr>
              <p:spPr>
                <a:xfrm>
                  <a:off x="5616000" y="5328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82157E13-7A33-41FE-AF0B-A597D6771F8E}"/>
                    </a:ext>
                  </a:extLst>
                </p:cNvPr>
                <p:cNvSpPr/>
                <p:nvPr/>
              </p:nvSpPr>
              <p:spPr>
                <a:xfrm>
                  <a:off x="5040000" y="5328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70" name="Oval 169">
                  <a:extLst>
                    <a:ext uri="{FF2B5EF4-FFF2-40B4-BE49-F238E27FC236}">
                      <a16:creationId xmlns:a16="http://schemas.microsoft.com/office/drawing/2014/main" id="{EA326004-6D27-4983-BEF4-7A88945EC51E}"/>
                    </a:ext>
                  </a:extLst>
                </p:cNvPr>
                <p:cNvSpPr/>
                <p:nvPr/>
              </p:nvSpPr>
              <p:spPr>
                <a:xfrm>
                  <a:off x="5328000" y="5328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7B2AC97F-4472-4737-8A58-B6FF0F38F43E}"/>
                    </a:ext>
                  </a:extLst>
                </p:cNvPr>
                <p:cNvCxnSpPr>
                  <a:cxnSpLocks/>
                  <a:stCxn id="165" idx="2"/>
                  <a:endCxn id="166" idx="6"/>
                </p:cNvCxnSpPr>
                <p:nvPr/>
              </p:nvCxnSpPr>
              <p:spPr>
                <a:xfrm flipH="1">
                  <a:off x="6336000" y="5400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679D8878-9CF2-4708-A65D-8FD3E786DFD4}"/>
                    </a:ext>
                  </a:extLst>
                </p:cNvPr>
                <p:cNvCxnSpPr>
                  <a:cxnSpLocks/>
                  <a:stCxn id="166" idx="2"/>
                  <a:endCxn id="167" idx="6"/>
                </p:cNvCxnSpPr>
                <p:nvPr/>
              </p:nvCxnSpPr>
              <p:spPr>
                <a:xfrm flipH="1">
                  <a:off x="6048000" y="5400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8B8BA82E-C81B-4301-9102-7AB09636F84A}"/>
                    </a:ext>
                  </a:extLst>
                </p:cNvPr>
                <p:cNvCxnSpPr>
                  <a:cxnSpLocks/>
                  <a:stCxn id="167" idx="2"/>
                  <a:endCxn id="168" idx="6"/>
                </p:cNvCxnSpPr>
                <p:nvPr/>
              </p:nvCxnSpPr>
              <p:spPr>
                <a:xfrm flipH="1">
                  <a:off x="5760000" y="5400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D82E7EA5-2FF4-4F8B-801E-E5FD43C9D883}"/>
                    </a:ext>
                  </a:extLst>
                </p:cNvPr>
                <p:cNvCxnSpPr>
                  <a:cxnSpLocks/>
                  <a:stCxn id="168" idx="2"/>
                  <a:endCxn id="170" idx="6"/>
                </p:cNvCxnSpPr>
                <p:nvPr/>
              </p:nvCxnSpPr>
              <p:spPr>
                <a:xfrm flipH="1">
                  <a:off x="5472000" y="5400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47383675-BD94-45DB-BB23-64F1F809CAE7}"/>
                    </a:ext>
                  </a:extLst>
                </p:cNvPr>
                <p:cNvCxnSpPr>
                  <a:cxnSpLocks/>
                  <a:stCxn id="170" idx="2"/>
                  <a:endCxn id="169" idx="6"/>
                </p:cNvCxnSpPr>
                <p:nvPr/>
              </p:nvCxnSpPr>
              <p:spPr>
                <a:xfrm flipH="1">
                  <a:off x="5184000" y="5400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B6526FFF-4769-4151-9193-EB48E6FE4A89}"/>
                    </a:ext>
                  </a:extLst>
                </p:cNvPr>
                <p:cNvCxnSpPr>
                  <a:cxnSpLocks/>
                  <a:endCxn id="165" idx="6"/>
                </p:cNvCxnSpPr>
                <p:nvPr/>
              </p:nvCxnSpPr>
              <p:spPr>
                <a:xfrm flipH="1">
                  <a:off x="6624000" y="5400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3F727F08-E076-4378-B24E-A67521466A05}"/>
                    </a:ext>
                  </a:extLst>
                </p:cNvPr>
                <p:cNvCxnSpPr>
                  <a:cxnSpLocks/>
                  <a:stCxn id="169" idx="2"/>
                </p:cNvCxnSpPr>
                <p:nvPr/>
              </p:nvCxnSpPr>
              <p:spPr>
                <a:xfrm flipH="1">
                  <a:off x="4896000" y="5400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8" name="Oval 177">
                  <a:extLst>
                    <a:ext uri="{FF2B5EF4-FFF2-40B4-BE49-F238E27FC236}">
                      <a16:creationId xmlns:a16="http://schemas.microsoft.com/office/drawing/2014/main" id="{4C863E54-54C3-4A09-A41A-5E1D446266D3}"/>
                    </a:ext>
                  </a:extLst>
                </p:cNvPr>
                <p:cNvSpPr/>
                <p:nvPr/>
              </p:nvSpPr>
              <p:spPr>
                <a:xfrm>
                  <a:off x="6480000" y="5616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79" name="Oval 178">
                  <a:extLst>
                    <a:ext uri="{FF2B5EF4-FFF2-40B4-BE49-F238E27FC236}">
                      <a16:creationId xmlns:a16="http://schemas.microsoft.com/office/drawing/2014/main" id="{69F0904C-9BFA-4610-9D22-08C4A27B0A41}"/>
                    </a:ext>
                  </a:extLst>
                </p:cNvPr>
                <p:cNvSpPr/>
                <p:nvPr/>
              </p:nvSpPr>
              <p:spPr>
                <a:xfrm>
                  <a:off x="6192000" y="5616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E18508D8-A811-4053-8E66-D04B4C0029A9}"/>
                    </a:ext>
                  </a:extLst>
                </p:cNvPr>
                <p:cNvSpPr/>
                <p:nvPr/>
              </p:nvSpPr>
              <p:spPr>
                <a:xfrm>
                  <a:off x="5904000" y="5616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00483B06-F53E-486C-B284-B149B2B6C4E0}"/>
                    </a:ext>
                  </a:extLst>
                </p:cNvPr>
                <p:cNvSpPr/>
                <p:nvPr/>
              </p:nvSpPr>
              <p:spPr>
                <a:xfrm>
                  <a:off x="5616000" y="5616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2" name="Oval 181">
                  <a:extLst>
                    <a:ext uri="{FF2B5EF4-FFF2-40B4-BE49-F238E27FC236}">
                      <a16:creationId xmlns:a16="http://schemas.microsoft.com/office/drawing/2014/main" id="{BBB3D396-006C-4BB0-B404-5A133B24549F}"/>
                    </a:ext>
                  </a:extLst>
                </p:cNvPr>
                <p:cNvSpPr/>
                <p:nvPr/>
              </p:nvSpPr>
              <p:spPr>
                <a:xfrm>
                  <a:off x="5040000" y="5616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3" name="Oval 182">
                  <a:extLst>
                    <a:ext uri="{FF2B5EF4-FFF2-40B4-BE49-F238E27FC236}">
                      <a16:creationId xmlns:a16="http://schemas.microsoft.com/office/drawing/2014/main" id="{C4332DB4-6A42-4113-BF6E-56CF7EF2161B}"/>
                    </a:ext>
                  </a:extLst>
                </p:cNvPr>
                <p:cNvSpPr/>
                <p:nvPr/>
              </p:nvSpPr>
              <p:spPr>
                <a:xfrm>
                  <a:off x="5328000" y="5616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184" name="Straight Connector 183">
                  <a:extLst>
                    <a:ext uri="{FF2B5EF4-FFF2-40B4-BE49-F238E27FC236}">
                      <a16:creationId xmlns:a16="http://schemas.microsoft.com/office/drawing/2014/main" id="{EC7EE429-D3E5-45C1-BEE5-36ACD4BB97A3}"/>
                    </a:ext>
                  </a:extLst>
                </p:cNvPr>
                <p:cNvCxnSpPr>
                  <a:cxnSpLocks/>
                  <a:stCxn id="178" idx="2"/>
                  <a:endCxn id="179" idx="6"/>
                </p:cNvCxnSpPr>
                <p:nvPr/>
              </p:nvCxnSpPr>
              <p:spPr>
                <a:xfrm flipH="1">
                  <a:off x="6336000" y="5688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>
                  <a:extLst>
                    <a:ext uri="{FF2B5EF4-FFF2-40B4-BE49-F238E27FC236}">
                      <a16:creationId xmlns:a16="http://schemas.microsoft.com/office/drawing/2014/main" id="{EE9525F8-ABD7-47B9-9B8E-5E6218016B64}"/>
                    </a:ext>
                  </a:extLst>
                </p:cNvPr>
                <p:cNvCxnSpPr>
                  <a:cxnSpLocks/>
                  <a:stCxn id="179" idx="2"/>
                  <a:endCxn id="180" idx="6"/>
                </p:cNvCxnSpPr>
                <p:nvPr/>
              </p:nvCxnSpPr>
              <p:spPr>
                <a:xfrm flipH="1">
                  <a:off x="6048000" y="5688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Straight Connector 185">
                  <a:extLst>
                    <a:ext uri="{FF2B5EF4-FFF2-40B4-BE49-F238E27FC236}">
                      <a16:creationId xmlns:a16="http://schemas.microsoft.com/office/drawing/2014/main" id="{DB1504C3-7351-4C2D-8C60-6A1E79449449}"/>
                    </a:ext>
                  </a:extLst>
                </p:cNvPr>
                <p:cNvCxnSpPr>
                  <a:cxnSpLocks/>
                  <a:stCxn id="180" idx="2"/>
                  <a:endCxn id="181" idx="6"/>
                </p:cNvCxnSpPr>
                <p:nvPr/>
              </p:nvCxnSpPr>
              <p:spPr>
                <a:xfrm flipH="1">
                  <a:off x="5760000" y="5688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>
                  <a:extLst>
                    <a:ext uri="{FF2B5EF4-FFF2-40B4-BE49-F238E27FC236}">
                      <a16:creationId xmlns:a16="http://schemas.microsoft.com/office/drawing/2014/main" id="{3483F0B0-3E02-439F-BA4F-EE17295A3E3B}"/>
                    </a:ext>
                  </a:extLst>
                </p:cNvPr>
                <p:cNvCxnSpPr>
                  <a:cxnSpLocks/>
                  <a:stCxn id="181" idx="2"/>
                  <a:endCxn id="183" idx="6"/>
                </p:cNvCxnSpPr>
                <p:nvPr/>
              </p:nvCxnSpPr>
              <p:spPr>
                <a:xfrm flipH="1">
                  <a:off x="5472000" y="5688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>
                  <a:extLst>
                    <a:ext uri="{FF2B5EF4-FFF2-40B4-BE49-F238E27FC236}">
                      <a16:creationId xmlns:a16="http://schemas.microsoft.com/office/drawing/2014/main" id="{311B208D-74A6-4F61-9DA6-CEFE2571444F}"/>
                    </a:ext>
                  </a:extLst>
                </p:cNvPr>
                <p:cNvCxnSpPr>
                  <a:cxnSpLocks/>
                  <a:stCxn id="183" idx="2"/>
                  <a:endCxn id="182" idx="6"/>
                </p:cNvCxnSpPr>
                <p:nvPr/>
              </p:nvCxnSpPr>
              <p:spPr>
                <a:xfrm flipH="1">
                  <a:off x="5184000" y="5688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>
                  <a:extLst>
                    <a:ext uri="{FF2B5EF4-FFF2-40B4-BE49-F238E27FC236}">
                      <a16:creationId xmlns:a16="http://schemas.microsoft.com/office/drawing/2014/main" id="{A0910AFD-D871-459C-89C9-C49D4E754B3E}"/>
                    </a:ext>
                  </a:extLst>
                </p:cNvPr>
                <p:cNvCxnSpPr>
                  <a:cxnSpLocks/>
                  <a:endCxn id="178" idx="6"/>
                </p:cNvCxnSpPr>
                <p:nvPr/>
              </p:nvCxnSpPr>
              <p:spPr>
                <a:xfrm flipH="1">
                  <a:off x="6624000" y="5688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>
                  <a:extLst>
                    <a:ext uri="{FF2B5EF4-FFF2-40B4-BE49-F238E27FC236}">
                      <a16:creationId xmlns:a16="http://schemas.microsoft.com/office/drawing/2014/main" id="{F0E51768-58D4-4EBF-9B93-1CA2754474C4}"/>
                    </a:ext>
                  </a:extLst>
                </p:cNvPr>
                <p:cNvCxnSpPr>
                  <a:cxnSpLocks/>
                  <a:stCxn id="182" idx="2"/>
                </p:cNvCxnSpPr>
                <p:nvPr/>
              </p:nvCxnSpPr>
              <p:spPr>
                <a:xfrm flipH="1">
                  <a:off x="4896000" y="5688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1" name="Oval 190">
                  <a:extLst>
                    <a:ext uri="{FF2B5EF4-FFF2-40B4-BE49-F238E27FC236}">
                      <a16:creationId xmlns:a16="http://schemas.microsoft.com/office/drawing/2014/main" id="{09352A00-D02C-4B47-A96D-B747CDE51ED9}"/>
                    </a:ext>
                  </a:extLst>
                </p:cNvPr>
                <p:cNvSpPr/>
                <p:nvPr/>
              </p:nvSpPr>
              <p:spPr>
                <a:xfrm rot="10800000">
                  <a:off x="5040000" y="5904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2" name="Oval 191">
                  <a:extLst>
                    <a:ext uri="{FF2B5EF4-FFF2-40B4-BE49-F238E27FC236}">
                      <a16:creationId xmlns:a16="http://schemas.microsoft.com/office/drawing/2014/main" id="{25DD839E-5D6D-4746-8BBE-FFEB2703C95E}"/>
                    </a:ext>
                  </a:extLst>
                </p:cNvPr>
                <p:cNvSpPr/>
                <p:nvPr/>
              </p:nvSpPr>
              <p:spPr>
                <a:xfrm rot="10800000">
                  <a:off x="5328000" y="5904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3" name="Oval 192">
                  <a:extLst>
                    <a:ext uri="{FF2B5EF4-FFF2-40B4-BE49-F238E27FC236}">
                      <a16:creationId xmlns:a16="http://schemas.microsoft.com/office/drawing/2014/main" id="{DE241163-1228-478F-BA08-CE269E68F517}"/>
                    </a:ext>
                  </a:extLst>
                </p:cNvPr>
                <p:cNvSpPr/>
                <p:nvPr/>
              </p:nvSpPr>
              <p:spPr>
                <a:xfrm rot="10800000">
                  <a:off x="5616000" y="5904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4" name="Oval 193">
                  <a:extLst>
                    <a:ext uri="{FF2B5EF4-FFF2-40B4-BE49-F238E27FC236}">
                      <a16:creationId xmlns:a16="http://schemas.microsoft.com/office/drawing/2014/main" id="{A838E0AB-A86C-45D8-8EC3-966814958F1C}"/>
                    </a:ext>
                  </a:extLst>
                </p:cNvPr>
                <p:cNvSpPr/>
                <p:nvPr/>
              </p:nvSpPr>
              <p:spPr>
                <a:xfrm rot="10800000">
                  <a:off x="5904000" y="5904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5" name="Oval 194">
                  <a:extLst>
                    <a:ext uri="{FF2B5EF4-FFF2-40B4-BE49-F238E27FC236}">
                      <a16:creationId xmlns:a16="http://schemas.microsoft.com/office/drawing/2014/main" id="{5C7BFE56-5A95-4529-B12A-A6C6E3F83DE3}"/>
                    </a:ext>
                  </a:extLst>
                </p:cNvPr>
                <p:cNvSpPr/>
                <p:nvPr/>
              </p:nvSpPr>
              <p:spPr>
                <a:xfrm rot="10800000">
                  <a:off x="6480000" y="5904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6" name="Oval 195">
                  <a:extLst>
                    <a:ext uri="{FF2B5EF4-FFF2-40B4-BE49-F238E27FC236}">
                      <a16:creationId xmlns:a16="http://schemas.microsoft.com/office/drawing/2014/main" id="{B711F73A-F232-4973-8F26-D57637619154}"/>
                    </a:ext>
                  </a:extLst>
                </p:cNvPr>
                <p:cNvSpPr/>
                <p:nvPr/>
              </p:nvSpPr>
              <p:spPr>
                <a:xfrm rot="10800000">
                  <a:off x="6192000" y="5904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197" name="Straight Connector 196">
                  <a:extLst>
                    <a:ext uri="{FF2B5EF4-FFF2-40B4-BE49-F238E27FC236}">
                      <a16:creationId xmlns:a16="http://schemas.microsoft.com/office/drawing/2014/main" id="{FBE2E6EB-BF37-4BBD-A103-7D587A072F74}"/>
                    </a:ext>
                  </a:extLst>
                </p:cNvPr>
                <p:cNvCxnSpPr>
                  <a:cxnSpLocks/>
                  <a:stCxn id="191" idx="2"/>
                  <a:endCxn id="192" idx="6"/>
                </p:cNvCxnSpPr>
                <p:nvPr/>
              </p:nvCxnSpPr>
              <p:spPr>
                <a:xfrm rot="10800000" flipH="1">
                  <a:off x="5184000" y="5976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>
                  <a:extLst>
                    <a:ext uri="{FF2B5EF4-FFF2-40B4-BE49-F238E27FC236}">
                      <a16:creationId xmlns:a16="http://schemas.microsoft.com/office/drawing/2014/main" id="{E4297E1A-70E1-4662-9312-0C1F54EFC84F}"/>
                    </a:ext>
                  </a:extLst>
                </p:cNvPr>
                <p:cNvCxnSpPr>
                  <a:cxnSpLocks/>
                  <a:stCxn id="192" idx="2"/>
                  <a:endCxn id="193" idx="6"/>
                </p:cNvCxnSpPr>
                <p:nvPr/>
              </p:nvCxnSpPr>
              <p:spPr>
                <a:xfrm rot="10800000" flipH="1">
                  <a:off x="5472000" y="5976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Straight Connector 198">
                  <a:extLst>
                    <a:ext uri="{FF2B5EF4-FFF2-40B4-BE49-F238E27FC236}">
                      <a16:creationId xmlns:a16="http://schemas.microsoft.com/office/drawing/2014/main" id="{0E6789DC-4F6B-4D91-A95D-B83CA58AE280}"/>
                    </a:ext>
                  </a:extLst>
                </p:cNvPr>
                <p:cNvCxnSpPr>
                  <a:cxnSpLocks/>
                  <a:stCxn id="193" idx="2"/>
                  <a:endCxn id="194" idx="6"/>
                </p:cNvCxnSpPr>
                <p:nvPr/>
              </p:nvCxnSpPr>
              <p:spPr>
                <a:xfrm rot="10800000" flipH="1">
                  <a:off x="5760000" y="5976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>
                  <a:extLst>
                    <a:ext uri="{FF2B5EF4-FFF2-40B4-BE49-F238E27FC236}">
                      <a16:creationId xmlns:a16="http://schemas.microsoft.com/office/drawing/2014/main" id="{F09EE555-BF50-4676-9FDA-54FDBA4C00C6}"/>
                    </a:ext>
                  </a:extLst>
                </p:cNvPr>
                <p:cNvCxnSpPr>
                  <a:cxnSpLocks/>
                  <a:stCxn id="194" idx="2"/>
                  <a:endCxn id="196" idx="6"/>
                </p:cNvCxnSpPr>
                <p:nvPr/>
              </p:nvCxnSpPr>
              <p:spPr>
                <a:xfrm rot="10800000" flipH="1">
                  <a:off x="6048000" y="5976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Straight Connector 200">
                  <a:extLst>
                    <a:ext uri="{FF2B5EF4-FFF2-40B4-BE49-F238E27FC236}">
                      <a16:creationId xmlns:a16="http://schemas.microsoft.com/office/drawing/2014/main" id="{0A38097B-AF10-490D-A4FD-CAF2C22474C5}"/>
                    </a:ext>
                  </a:extLst>
                </p:cNvPr>
                <p:cNvCxnSpPr>
                  <a:cxnSpLocks/>
                  <a:stCxn id="196" idx="2"/>
                  <a:endCxn id="195" idx="6"/>
                </p:cNvCxnSpPr>
                <p:nvPr/>
              </p:nvCxnSpPr>
              <p:spPr>
                <a:xfrm rot="10800000" flipH="1">
                  <a:off x="6336000" y="5976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>
                  <a:extLst>
                    <a:ext uri="{FF2B5EF4-FFF2-40B4-BE49-F238E27FC236}">
                      <a16:creationId xmlns:a16="http://schemas.microsoft.com/office/drawing/2014/main" id="{C93F1486-9BB3-4903-88CC-787EEC218EFD}"/>
                    </a:ext>
                  </a:extLst>
                </p:cNvPr>
                <p:cNvCxnSpPr>
                  <a:cxnSpLocks/>
                  <a:endCxn id="191" idx="6"/>
                </p:cNvCxnSpPr>
                <p:nvPr/>
              </p:nvCxnSpPr>
              <p:spPr>
                <a:xfrm rot="10800000" flipH="1">
                  <a:off x="4896000" y="5976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Straight Connector 202">
                  <a:extLst>
                    <a:ext uri="{FF2B5EF4-FFF2-40B4-BE49-F238E27FC236}">
                      <a16:creationId xmlns:a16="http://schemas.microsoft.com/office/drawing/2014/main" id="{1F947A31-8AB0-4BED-B55A-215C8D93D3B6}"/>
                    </a:ext>
                  </a:extLst>
                </p:cNvPr>
                <p:cNvCxnSpPr>
                  <a:cxnSpLocks/>
                  <a:stCxn id="195" idx="2"/>
                </p:cNvCxnSpPr>
                <p:nvPr/>
              </p:nvCxnSpPr>
              <p:spPr>
                <a:xfrm rot="10800000" flipH="1">
                  <a:off x="6624000" y="5976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4" name="Oval 203">
                  <a:extLst>
                    <a:ext uri="{FF2B5EF4-FFF2-40B4-BE49-F238E27FC236}">
                      <a16:creationId xmlns:a16="http://schemas.microsoft.com/office/drawing/2014/main" id="{353AEA9E-8CAC-4CD4-92E0-C816B8E47BA7}"/>
                    </a:ext>
                  </a:extLst>
                </p:cNvPr>
                <p:cNvSpPr/>
                <p:nvPr/>
              </p:nvSpPr>
              <p:spPr>
                <a:xfrm rot="10800000">
                  <a:off x="5040000" y="6192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5" name="Oval 204">
                  <a:extLst>
                    <a:ext uri="{FF2B5EF4-FFF2-40B4-BE49-F238E27FC236}">
                      <a16:creationId xmlns:a16="http://schemas.microsoft.com/office/drawing/2014/main" id="{F90749D0-0B16-4A9D-8CEA-91B9AD3CE97D}"/>
                    </a:ext>
                  </a:extLst>
                </p:cNvPr>
                <p:cNvSpPr/>
                <p:nvPr/>
              </p:nvSpPr>
              <p:spPr>
                <a:xfrm rot="10800000">
                  <a:off x="5328000" y="6192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6" name="Oval 205">
                  <a:extLst>
                    <a:ext uri="{FF2B5EF4-FFF2-40B4-BE49-F238E27FC236}">
                      <a16:creationId xmlns:a16="http://schemas.microsoft.com/office/drawing/2014/main" id="{5FE94456-BED4-4B5D-BC7C-52221BA251DE}"/>
                    </a:ext>
                  </a:extLst>
                </p:cNvPr>
                <p:cNvSpPr/>
                <p:nvPr/>
              </p:nvSpPr>
              <p:spPr>
                <a:xfrm rot="10800000">
                  <a:off x="5616000" y="6192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7" name="Oval 206">
                  <a:extLst>
                    <a:ext uri="{FF2B5EF4-FFF2-40B4-BE49-F238E27FC236}">
                      <a16:creationId xmlns:a16="http://schemas.microsoft.com/office/drawing/2014/main" id="{C5776643-6713-4303-8770-03F2885F9815}"/>
                    </a:ext>
                  </a:extLst>
                </p:cNvPr>
                <p:cNvSpPr/>
                <p:nvPr/>
              </p:nvSpPr>
              <p:spPr>
                <a:xfrm rot="10800000">
                  <a:off x="5904000" y="6192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8" name="Oval 207">
                  <a:extLst>
                    <a:ext uri="{FF2B5EF4-FFF2-40B4-BE49-F238E27FC236}">
                      <a16:creationId xmlns:a16="http://schemas.microsoft.com/office/drawing/2014/main" id="{B1B068F5-C60B-4E36-8915-1A2596F9CF78}"/>
                    </a:ext>
                  </a:extLst>
                </p:cNvPr>
                <p:cNvSpPr/>
                <p:nvPr/>
              </p:nvSpPr>
              <p:spPr>
                <a:xfrm rot="10800000">
                  <a:off x="6480000" y="6192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9" name="Oval 208">
                  <a:extLst>
                    <a:ext uri="{FF2B5EF4-FFF2-40B4-BE49-F238E27FC236}">
                      <a16:creationId xmlns:a16="http://schemas.microsoft.com/office/drawing/2014/main" id="{888AC618-FDA2-497E-A0F1-A28E9BF820D1}"/>
                    </a:ext>
                  </a:extLst>
                </p:cNvPr>
                <p:cNvSpPr/>
                <p:nvPr/>
              </p:nvSpPr>
              <p:spPr>
                <a:xfrm rot="10800000">
                  <a:off x="6192000" y="6192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210" name="Straight Connector 209">
                  <a:extLst>
                    <a:ext uri="{FF2B5EF4-FFF2-40B4-BE49-F238E27FC236}">
                      <a16:creationId xmlns:a16="http://schemas.microsoft.com/office/drawing/2014/main" id="{B94936C4-E068-4442-9D8A-ED66EA609220}"/>
                    </a:ext>
                  </a:extLst>
                </p:cNvPr>
                <p:cNvCxnSpPr>
                  <a:cxnSpLocks/>
                  <a:stCxn id="204" idx="2"/>
                  <a:endCxn id="205" idx="6"/>
                </p:cNvCxnSpPr>
                <p:nvPr/>
              </p:nvCxnSpPr>
              <p:spPr>
                <a:xfrm rot="10800000" flipH="1">
                  <a:off x="5184000" y="6264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>
                  <a:extLst>
                    <a:ext uri="{FF2B5EF4-FFF2-40B4-BE49-F238E27FC236}">
                      <a16:creationId xmlns:a16="http://schemas.microsoft.com/office/drawing/2014/main" id="{23C82CCB-6DFB-45BD-84CE-313F69B2D348}"/>
                    </a:ext>
                  </a:extLst>
                </p:cNvPr>
                <p:cNvCxnSpPr>
                  <a:cxnSpLocks/>
                  <a:stCxn id="205" idx="2"/>
                  <a:endCxn id="206" idx="6"/>
                </p:cNvCxnSpPr>
                <p:nvPr/>
              </p:nvCxnSpPr>
              <p:spPr>
                <a:xfrm rot="10800000" flipH="1">
                  <a:off x="5472000" y="6264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>
                  <a:extLst>
                    <a:ext uri="{FF2B5EF4-FFF2-40B4-BE49-F238E27FC236}">
                      <a16:creationId xmlns:a16="http://schemas.microsoft.com/office/drawing/2014/main" id="{FB6CE014-7D01-4D68-A89B-C00290BEADC9}"/>
                    </a:ext>
                  </a:extLst>
                </p:cNvPr>
                <p:cNvCxnSpPr>
                  <a:cxnSpLocks/>
                  <a:stCxn id="206" idx="2"/>
                  <a:endCxn id="207" idx="6"/>
                </p:cNvCxnSpPr>
                <p:nvPr/>
              </p:nvCxnSpPr>
              <p:spPr>
                <a:xfrm rot="10800000" flipH="1">
                  <a:off x="5760000" y="6264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Straight Connector 212">
                  <a:extLst>
                    <a:ext uri="{FF2B5EF4-FFF2-40B4-BE49-F238E27FC236}">
                      <a16:creationId xmlns:a16="http://schemas.microsoft.com/office/drawing/2014/main" id="{7E820306-A234-4F3F-A135-2F23798A9E76}"/>
                    </a:ext>
                  </a:extLst>
                </p:cNvPr>
                <p:cNvCxnSpPr>
                  <a:cxnSpLocks/>
                  <a:stCxn id="207" idx="2"/>
                  <a:endCxn id="209" idx="6"/>
                </p:cNvCxnSpPr>
                <p:nvPr/>
              </p:nvCxnSpPr>
              <p:spPr>
                <a:xfrm rot="10800000" flipH="1">
                  <a:off x="6048000" y="6264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>
                  <a:extLst>
                    <a:ext uri="{FF2B5EF4-FFF2-40B4-BE49-F238E27FC236}">
                      <a16:creationId xmlns:a16="http://schemas.microsoft.com/office/drawing/2014/main" id="{0823FB22-E347-41DF-BAC2-85B7273D121C}"/>
                    </a:ext>
                  </a:extLst>
                </p:cNvPr>
                <p:cNvCxnSpPr>
                  <a:cxnSpLocks/>
                  <a:stCxn id="209" idx="2"/>
                  <a:endCxn id="208" idx="6"/>
                </p:cNvCxnSpPr>
                <p:nvPr/>
              </p:nvCxnSpPr>
              <p:spPr>
                <a:xfrm rot="10800000" flipH="1">
                  <a:off x="6336000" y="6264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Straight Connector 214">
                  <a:extLst>
                    <a:ext uri="{FF2B5EF4-FFF2-40B4-BE49-F238E27FC236}">
                      <a16:creationId xmlns:a16="http://schemas.microsoft.com/office/drawing/2014/main" id="{AFB9F7A1-94D0-4C94-B664-0ED6E6F004AE}"/>
                    </a:ext>
                  </a:extLst>
                </p:cNvPr>
                <p:cNvCxnSpPr>
                  <a:cxnSpLocks/>
                  <a:endCxn id="204" idx="6"/>
                </p:cNvCxnSpPr>
                <p:nvPr/>
              </p:nvCxnSpPr>
              <p:spPr>
                <a:xfrm rot="10800000" flipH="1">
                  <a:off x="4896000" y="6264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>
                  <a:extLst>
                    <a:ext uri="{FF2B5EF4-FFF2-40B4-BE49-F238E27FC236}">
                      <a16:creationId xmlns:a16="http://schemas.microsoft.com/office/drawing/2014/main" id="{F2B13E99-D18A-43A7-9C21-F69C878B1EAD}"/>
                    </a:ext>
                  </a:extLst>
                </p:cNvPr>
                <p:cNvCxnSpPr>
                  <a:cxnSpLocks/>
                  <a:stCxn id="208" idx="2"/>
                </p:cNvCxnSpPr>
                <p:nvPr/>
              </p:nvCxnSpPr>
              <p:spPr>
                <a:xfrm rot="10800000" flipH="1">
                  <a:off x="6624000" y="6264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7" name="Oval 216">
                  <a:extLst>
                    <a:ext uri="{FF2B5EF4-FFF2-40B4-BE49-F238E27FC236}">
                      <a16:creationId xmlns:a16="http://schemas.microsoft.com/office/drawing/2014/main" id="{F045E5E2-149A-4BB8-AA7F-44F655D9DDB3}"/>
                    </a:ext>
                  </a:extLst>
                </p:cNvPr>
                <p:cNvSpPr/>
                <p:nvPr/>
              </p:nvSpPr>
              <p:spPr>
                <a:xfrm rot="10800000">
                  <a:off x="5040000" y="6480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18" name="Oval 217">
                  <a:extLst>
                    <a:ext uri="{FF2B5EF4-FFF2-40B4-BE49-F238E27FC236}">
                      <a16:creationId xmlns:a16="http://schemas.microsoft.com/office/drawing/2014/main" id="{674620FC-A350-4885-B97E-A74E802540F4}"/>
                    </a:ext>
                  </a:extLst>
                </p:cNvPr>
                <p:cNvSpPr/>
                <p:nvPr/>
              </p:nvSpPr>
              <p:spPr>
                <a:xfrm rot="10800000">
                  <a:off x="5328000" y="6480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19" name="Oval 218">
                  <a:extLst>
                    <a:ext uri="{FF2B5EF4-FFF2-40B4-BE49-F238E27FC236}">
                      <a16:creationId xmlns:a16="http://schemas.microsoft.com/office/drawing/2014/main" id="{B2067160-9B51-4E76-9C09-8F48B87632CD}"/>
                    </a:ext>
                  </a:extLst>
                </p:cNvPr>
                <p:cNvSpPr/>
                <p:nvPr/>
              </p:nvSpPr>
              <p:spPr>
                <a:xfrm rot="10800000">
                  <a:off x="5616000" y="6480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0" name="Oval 219">
                  <a:extLst>
                    <a:ext uri="{FF2B5EF4-FFF2-40B4-BE49-F238E27FC236}">
                      <a16:creationId xmlns:a16="http://schemas.microsoft.com/office/drawing/2014/main" id="{C72CBDF8-BEF7-4B9B-8477-7B08BDBE1EF1}"/>
                    </a:ext>
                  </a:extLst>
                </p:cNvPr>
                <p:cNvSpPr/>
                <p:nvPr/>
              </p:nvSpPr>
              <p:spPr>
                <a:xfrm rot="10800000">
                  <a:off x="5904000" y="6480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1" name="Oval 220">
                  <a:extLst>
                    <a:ext uri="{FF2B5EF4-FFF2-40B4-BE49-F238E27FC236}">
                      <a16:creationId xmlns:a16="http://schemas.microsoft.com/office/drawing/2014/main" id="{13E18A08-D62F-44E7-8F1F-746FBF97BC8E}"/>
                    </a:ext>
                  </a:extLst>
                </p:cNvPr>
                <p:cNvSpPr/>
                <p:nvPr/>
              </p:nvSpPr>
              <p:spPr>
                <a:xfrm rot="10800000">
                  <a:off x="6480000" y="6480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2" name="Oval 221">
                  <a:extLst>
                    <a:ext uri="{FF2B5EF4-FFF2-40B4-BE49-F238E27FC236}">
                      <a16:creationId xmlns:a16="http://schemas.microsoft.com/office/drawing/2014/main" id="{AB2D17D6-4334-428F-98F9-CCA8AC4B8428}"/>
                    </a:ext>
                  </a:extLst>
                </p:cNvPr>
                <p:cNvSpPr/>
                <p:nvPr/>
              </p:nvSpPr>
              <p:spPr>
                <a:xfrm rot="10800000">
                  <a:off x="6192000" y="6480000"/>
                  <a:ext cx="144000" cy="144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223" name="Straight Connector 222">
                  <a:extLst>
                    <a:ext uri="{FF2B5EF4-FFF2-40B4-BE49-F238E27FC236}">
                      <a16:creationId xmlns:a16="http://schemas.microsoft.com/office/drawing/2014/main" id="{2B4C5C64-7966-4334-B5B4-89C94BC7E1ED}"/>
                    </a:ext>
                  </a:extLst>
                </p:cNvPr>
                <p:cNvCxnSpPr>
                  <a:cxnSpLocks/>
                  <a:stCxn id="217" idx="2"/>
                  <a:endCxn id="218" idx="6"/>
                </p:cNvCxnSpPr>
                <p:nvPr/>
              </p:nvCxnSpPr>
              <p:spPr>
                <a:xfrm rot="10800000" flipH="1">
                  <a:off x="5184000" y="6552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>
                  <a:extLst>
                    <a:ext uri="{FF2B5EF4-FFF2-40B4-BE49-F238E27FC236}">
                      <a16:creationId xmlns:a16="http://schemas.microsoft.com/office/drawing/2014/main" id="{BCFBBCE2-EEA5-4D69-8A09-5ECF98749360}"/>
                    </a:ext>
                  </a:extLst>
                </p:cNvPr>
                <p:cNvCxnSpPr>
                  <a:cxnSpLocks/>
                  <a:stCxn id="218" idx="2"/>
                  <a:endCxn id="219" idx="6"/>
                </p:cNvCxnSpPr>
                <p:nvPr/>
              </p:nvCxnSpPr>
              <p:spPr>
                <a:xfrm rot="10800000" flipH="1">
                  <a:off x="5472000" y="6552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Straight Connector 224">
                  <a:extLst>
                    <a:ext uri="{FF2B5EF4-FFF2-40B4-BE49-F238E27FC236}">
                      <a16:creationId xmlns:a16="http://schemas.microsoft.com/office/drawing/2014/main" id="{E5F73789-D9AE-4DE3-BA98-EC0026E5A26D}"/>
                    </a:ext>
                  </a:extLst>
                </p:cNvPr>
                <p:cNvCxnSpPr>
                  <a:cxnSpLocks/>
                  <a:stCxn id="219" idx="2"/>
                  <a:endCxn id="220" idx="6"/>
                </p:cNvCxnSpPr>
                <p:nvPr/>
              </p:nvCxnSpPr>
              <p:spPr>
                <a:xfrm rot="10800000" flipH="1">
                  <a:off x="5760000" y="6552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>
                  <a:extLst>
                    <a:ext uri="{FF2B5EF4-FFF2-40B4-BE49-F238E27FC236}">
                      <a16:creationId xmlns:a16="http://schemas.microsoft.com/office/drawing/2014/main" id="{9F1AE612-DF81-42A4-8E21-14EA3ACBFEA2}"/>
                    </a:ext>
                  </a:extLst>
                </p:cNvPr>
                <p:cNvCxnSpPr>
                  <a:cxnSpLocks/>
                  <a:stCxn id="220" idx="2"/>
                  <a:endCxn id="222" idx="6"/>
                </p:cNvCxnSpPr>
                <p:nvPr/>
              </p:nvCxnSpPr>
              <p:spPr>
                <a:xfrm rot="10800000" flipH="1">
                  <a:off x="6048000" y="6552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>
                  <a:extLst>
                    <a:ext uri="{FF2B5EF4-FFF2-40B4-BE49-F238E27FC236}">
                      <a16:creationId xmlns:a16="http://schemas.microsoft.com/office/drawing/2014/main" id="{14A7862D-CECB-47CD-BA43-4B893D7FB7C9}"/>
                    </a:ext>
                  </a:extLst>
                </p:cNvPr>
                <p:cNvCxnSpPr>
                  <a:cxnSpLocks/>
                  <a:stCxn id="222" idx="2"/>
                  <a:endCxn id="221" idx="6"/>
                </p:cNvCxnSpPr>
                <p:nvPr/>
              </p:nvCxnSpPr>
              <p:spPr>
                <a:xfrm rot="10800000" flipH="1">
                  <a:off x="6336000" y="6552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>
                  <a:extLst>
                    <a:ext uri="{FF2B5EF4-FFF2-40B4-BE49-F238E27FC236}">
                      <a16:creationId xmlns:a16="http://schemas.microsoft.com/office/drawing/2014/main" id="{AC2E2377-CDE7-42AA-84F9-E45A616AA65F}"/>
                    </a:ext>
                  </a:extLst>
                </p:cNvPr>
                <p:cNvCxnSpPr>
                  <a:cxnSpLocks/>
                  <a:endCxn id="217" idx="6"/>
                </p:cNvCxnSpPr>
                <p:nvPr/>
              </p:nvCxnSpPr>
              <p:spPr>
                <a:xfrm rot="10800000" flipH="1">
                  <a:off x="4896000" y="6552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4EC39CEC-A1D7-47D7-9880-3F12FCB65471}"/>
                    </a:ext>
                  </a:extLst>
                </p:cNvPr>
                <p:cNvCxnSpPr>
                  <a:cxnSpLocks/>
                  <a:stCxn id="221" idx="2"/>
                </p:cNvCxnSpPr>
                <p:nvPr/>
              </p:nvCxnSpPr>
              <p:spPr>
                <a:xfrm rot="10800000" flipH="1">
                  <a:off x="6624000" y="6552000"/>
                  <a:ext cx="144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>
                  <a:extLst>
                    <a:ext uri="{FF2B5EF4-FFF2-40B4-BE49-F238E27FC236}">
                      <a16:creationId xmlns:a16="http://schemas.microsoft.com/office/drawing/2014/main" id="{50DDD0E5-9683-4E36-B45D-AFCC952CB52E}"/>
                    </a:ext>
                  </a:extLst>
                </p:cNvPr>
                <p:cNvCxnSpPr>
                  <a:cxnSpLocks/>
                  <a:stCxn id="221" idx="4"/>
                  <a:endCxn id="208" idx="0"/>
                </p:cNvCxnSpPr>
                <p:nvPr/>
              </p:nvCxnSpPr>
              <p:spPr>
                <a:xfrm flipV="1">
                  <a:off x="6552000" y="6336000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>
                  <a:extLst>
                    <a:ext uri="{FF2B5EF4-FFF2-40B4-BE49-F238E27FC236}">
                      <a16:creationId xmlns:a16="http://schemas.microsoft.com/office/drawing/2014/main" id="{8153EF55-F131-4190-A046-FBE4ABAF7F6C}"/>
                    </a:ext>
                  </a:extLst>
                </p:cNvPr>
                <p:cNvCxnSpPr>
                  <a:cxnSpLocks/>
                  <a:stCxn id="208" idx="4"/>
                  <a:endCxn id="195" idx="0"/>
                </p:cNvCxnSpPr>
                <p:nvPr/>
              </p:nvCxnSpPr>
              <p:spPr>
                <a:xfrm flipV="1">
                  <a:off x="6552000" y="6048000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>
                  <a:extLst>
                    <a:ext uri="{FF2B5EF4-FFF2-40B4-BE49-F238E27FC236}">
                      <a16:creationId xmlns:a16="http://schemas.microsoft.com/office/drawing/2014/main" id="{258E1C1E-88C5-402D-9E0F-27318CE99104}"/>
                    </a:ext>
                  </a:extLst>
                </p:cNvPr>
                <p:cNvCxnSpPr>
                  <a:cxnSpLocks/>
                  <a:stCxn id="195" idx="4"/>
                  <a:endCxn id="178" idx="4"/>
                </p:cNvCxnSpPr>
                <p:nvPr/>
              </p:nvCxnSpPr>
              <p:spPr>
                <a:xfrm flipV="1">
                  <a:off x="6552000" y="5760000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>
                  <a:extLst>
                    <a:ext uri="{FF2B5EF4-FFF2-40B4-BE49-F238E27FC236}">
                      <a16:creationId xmlns:a16="http://schemas.microsoft.com/office/drawing/2014/main" id="{3B6BEBC1-E835-4AA0-B846-7F40121B58B3}"/>
                    </a:ext>
                  </a:extLst>
                </p:cNvPr>
                <p:cNvCxnSpPr>
                  <a:cxnSpLocks/>
                  <a:stCxn id="178" idx="0"/>
                  <a:endCxn id="165" idx="4"/>
                </p:cNvCxnSpPr>
                <p:nvPr/>
              </p:nvCxnSpPr>
              <p:spPr>
                <a:xfrm flipV="1">
                  <a:off x="6552000" y="5472000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>
                  <a:extLst>
                    <a:ext uri="{FF2B5EF4-FFF2-40B4-BE49-F238E27FC236}">
                      <a16:creationId xmlns:a16="http://schemas.microsoft.com/office/drawing/2014/main" id="{2600696D-49F0-4D4C-B91E-612F16660383}"/>
                    </a:ext>
                  </a:extLst>
                </p:cNvPr>
                <p:cNvCxnSpPr>
                  <a:cxnSpLocks/>
                  <a:stCxn id="165" idx="0"/>
                  <a:endCxn id="152" idx="4"/>
                </p:cNvCxnSpPr>
                <p:nvPr/>
              </p:nvCxnSpPr>
              <p:spPr>
                <a:xfrm flipV="1">
                  <a:off x="6552000" y="5184000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>
                  <a:extLst>
                    <a:ext uri="{FF2B5EF4-FFF2-40B4-BE49-F238E27FC236}">
                      <a16:creationId xmlns:a16="http://schemas.microsoft.com/office/drawing/2014/main" id="{76C0C3F3-AD07-4A58-B6B8-A60350BB3A27}"/>
                    </a:ext>
                  </a:extLst>
                </p:cNvPr>
                <p:cNvCxnSpPr>
                  <a:cxnSpLocks/>
                  <a:stCxn id="152" idx="0"/>
                </p:cNvCxnSpPr>
                <p:nvPr/>
              </p:nvCxnSpPr>
              <p:spPr>
                <a:xfrm flipV="1">
                  <a:off x="6552000" y="4896000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Straight Connector 235">
                  <a:extLst>
                    <a:ext uri="{FF2B5EF4-FFF2-40B4-BE49-F238E27FC236}">
                      <a16:creationId xmlns:a16="http://schemas.microsoft.com/office/drawing/2014/main" id="{A0841630-A232-483D-B178-AE092B89B1B8}"/>
                    </a:ext>
                  </a:extLst>
                </p:cNvPr>
                <p:cNvCxnSpPr>
                  <a:cxnSpLocks/>
                  <a:endCxn id="221" idx="0"/>
                </p:cNvCxnSpPr>
                <p:nvPr/>
              </p:nvCxnSpPr>
              <p:spPr>
                <a:xfrm flipV="1">
                  <a:off x="6552000" y="6624000"/>
                  <a:ext cx="0" cy="14400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Connector 236">
                  <a:extLst>
                    <a:ext uri="{FF2B5EF4-FFF2-40B4-BE49-F238E27FC236}">
                      <a16:creationId xmlns:a16="http://schemas.microsoft.com/office/drawing/2014/main" id="{F138A744-1C56-45CE-829F-8325BCA1E0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264000" y="6336000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Straight Connector 237">
                  <a:extLst>
                    <a:ext uri="{FF2B5EF4-FFF2-40B4-BE49-F238E27FC236}">
                      <a16:creationId xmlns:a16="http://schemas.microsoft.com/office/drawing/2014/main" id="{6EFB7CF6-911F-4C0A-80A8-27A46947D3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264000" y="6048000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>
                  <a:extLst>
                    <a:ext uri="{FF2B5EF4-FFF2-40B4-BE49-F238E27FC236}">
                      <a16:creationId xmlns:a16="http://schemas.microsoft.com/office/drawing/2014/main" id="{E134585E-55D2-4262-B82E-FF2540FB0D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264000" y="5760000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Straight Connector 239">
                  <a:extLst>
                    <a:ext uri="{FF2B5EF4-FFF2-40B4-BE49-F238E27FC236}">
                      <a16:creationId xmlns:a16="http://schemas.microsoft.com/office/drawing/2014/main" id="{6B2A1EC0-F418-43A8-80A0-155D65911E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264000" y="5472000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>
                  <a:extLst>
                    <a:ext uri="{FF2B5EF4-FFF2-40B4-BE49-F238E27FC236}">
                      <a16:creationId xmlns:a16="http://schemas.microsoft.com/office/drawing/2014/main" id="{6E03046F-0617-4438-9C21-59431A3ACD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264000" y="5184000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Straight Connector 241">
                  <a:extLst>
                    <a:ext uri="{FF2B5EF4-FFF2-40B4-BE49-F238E27FC236}">
                      <a16:creationId xmlns:a16="http://schemas.microsoft.com/office/drawing/2014/main" id="{101B7016-C9E9-4794-9287-C47C647ACE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264000" y="4896000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>
                  <a:extLst>
                    <a:ext uri="{FF2B5EF4-FFF2-40B4-BE49-F238E27FC236}">
                      <a16:creationId xmlns:a16="http://schemas.microsoft.com/office/drawing/2014/main" id="{8878A4B3-118E-48F0-9A4C-5629A46873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264000" y="6624000"/>
                  <a:ext cx="0" cy="14400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Straight Connector 243">
                  <a:extLst>
                    <a:ext uri="{FF2B5EF4-FFF2-40B4-BE49-F238E27FC236}">
                      <a16:creationId xmlns:a16="http://schemas.microsoft.com/office/drawing/2014/main" id="{8004A33A-B640-4384-8AD8-61930704E7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76000" y="6336000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>
                  <a:extLst>
                    <a:ext uri="{FF2B5EF4-FFF2-40B4-BE49-F238E27FC236}">
                      <a16:creationId xmlns:a16="http://schemas.microsoft.com/office/drawing/2014/main" id="{1ACB1F74-FBD5-42C6-A2C3-0BB9963D64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76000" y="6048000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6" name="Straight Connector 245">
                  <a:extLst>
                    <a:ext uri="{FF2B5EF4-FFF2-40B4-BE49-F238E27FC236}">
                      <a16:creationId xmlns:a16="http://schemas.microsoft.com/office/drawing/2014/main" id="{653109EE-B28F-421E-9395-3CFC874412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76000" y="5760000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>
                  <a:extLst>
                    <a:ext uri="{FF2B5EF4-FFF2-40B4-BE49-F238E27FC236}">
                      <a16:creationId xmlns:a16="http://schemas.microsoft.com/office/drawing/2014/main" id="{36150F87-555A-4F1D-824C-20996F2ACF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76000" y="5472000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8167C990-494E-4E79-AFB1-C022E2224C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76000" y="5184000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>
                  <a:extLst>
                    <a:ext uri="{FF2B5EF4-FFF2-40B4-BE49-F238E27FC236}">
                      <a16:creationId xmlns:a16="http://schemas.microsoft.com/office/drawing/2014/main" id="{49581E2D-A2FA-49B9-9270-E4DA5141FF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76000" y="4896000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0" name="Straight Connector 249">
                  <a:extLst>
                    <a:ext uri="{FF2B5EF4-FFF2-40B4-BE49-F238E27FC236}">
                      <a16:creationId xmlns:a16="http://schemas.microsoft.com/office/drawing/2014/main" id="{812F691E-110A-419B-AC43-3EF1110D82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76000" y="6624000"/>
                  <a:ext cx="0" cy="14400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>
                  <a:extLst>
                    <a:ext uri="{FF2B5EF4-FFF2-40B4-BE49-F238E27FC236}">
                      <a16:creationId xmlns:a16="http://schemas.microsoft.com/office/drawing/2014/main" id="{6913A7D6-C7DD-4CEA-B3CC-897C0D7B5D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5688000" y="5184002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2" name="Straight Connector 251">
                  <a:extLst>
                    <a:ext uri="{FF2B5EF4-FFF2-40B4-BE49-F238E27FC236}">
                      <a16:creationId xmlns:a16="http://schemas.microsoft.com/office/drawing/2014/main" id="{ABD4195F-F46A-4390-AC63-1130C0B75D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5688000" y="5472002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>
                  <a:extLst>
                    <a:ext uri="{FF2B5EF4-FFF2-40B4-BE49-F238E27FC236}">
                      <a16:creationId xmlns:a16="http://schemas.microsoft.com/office/drawing/2014/main" id="{9D6C9940-C4A1-4941-BC3E-DB4BB4BDE9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5688000" y="5760002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4" name="Straight Connector 253">
                  <a:extLst>
                    <a:ext uri="{FF2B5EF4-FFF2-40B4-BE49-F238E27FC236}">
                      <a16:creationId xmlns:a16="http://schemas.microsoft.com/office/drawing/2014/main" id="{4C54E80B-BE4F-44B5-91E7-8EE5189FC7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5688000" y="6048002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>
                  <a:extLst>
                    <a:ext uri="{FF2B5EF4-FFF2-40B4-BE49-F238E27FC236}">
                      <a16:creationId xmlns:a16="http://schemas.microsoft.com/office/drawing/2014/main" id="{1CD3A4A2-2330-4BA2-AA1F-C839AF1568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5688000" y="6336002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6" name="Straight Connector 255">
                  <a:extLst>
                    <a:ext uri="{FF2B5EF4-FFF2-40B4-BE49-F238E27FC236}">
                      <a16:creationId xmlns:a16="http://schemas.microsoft.com/office/drawing/2014/main" id="{22F9F8C5-76C7-4D2D-919D-56959E48A6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5688000" y="6624002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>
                  <a:extLst>
                    <a:ext uri="{FF2B5EF4-FFF2-40B4-BE49-F238E27FC236}">
                      <a16:creationId xmlns:a16="http://schemas.microsoft.com/office/drawing/2014/main" id="{4D2F632A-6713-4591-A3DD-FACD55887E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5688000" y="4896000"/>
                  <a:ext cx="0" cy="14400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>
                  <a:extLst>
                    <a:ext uri="{FF2B5EF4-FFF2-40B4-BE49-F238E27FC236}">
                      <a16:creationId xmlns:a16="http://schemas.microsoft.com/office/drawing/2014/main" id="{5992C65C-6475-419C-A6D0-152FE98CE1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5400000" y="5184002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>
                  <a:extLst>
                    <a:ext uri="{FF2B5EF4-FFF2-40B4-BE49-F238E27FC236}">
                      <a16:creationId xmlns:a16="http://schemas.microsoft.com/office/drawing/2014/main" id="{AA02ECB1-1C13-4629-846D-F2AC9C628C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5400000" y="5472002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>
                  <a:extLst>
                    <a:ext uri="{FF2B5EF4-FFF2-40B4-BE49-F238E27FC236}">
                      <a16:creationId xmlns:a16="http://schemas.microsoft.com/office/drawing/2014/main" id="{852716FC-DCF3-4A0F-A937-4E033DF3DE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5400000" y="5760002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>
                  <a:extLst>
                    <a:ext uri="{FF2B5EF4-FFF2-40B4-BE49-F238E27FC236}">
                      <a16:creationId xmlns:a16="http://schemas.microsoft.com/office/drawing/2014/main" id="{1628C453-66C9-4797-8A6E-1F650E1492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5400000" y="6048002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>
                  <a:extLst>
                    <a:ext uri="{FF2B5EF4-FFF2-40B4-BE49-F238E27FC236}">
                      <a16:creationId xmlns:a16="http://schemas.microsoft.com/office/drawing/2014/main" id="{8FF71E79-950F-4B16-A912-A39A672EDF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5400000" y="6336002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>
                  <a:extLst>
                    <a:ext uri="{FF2B5EF4-FFF2-40B4-BE49-F238E27FC236}">
                      <a16:creationId xmlns:a16="http://schemas.microsoft.com/office/drawing/2014/main" id="{7D08C1C7-29B0-4B5A-A002-51985082E7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5400000" y="6624002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>
                  <a:extLst>
                    <a:ext uri="{FF2B5EF4-FFF2-40B4-BE49-F238E27FC236}">
                      <a16:creationId xmlns:a16="http://schemas.microsoft.com/office/drawing/2014/main" id="{C5A92017-7B5A-4AD1-8CBB-0CBF10BE6A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5400000" y="4896000"/>
                  <a:ext cx="0" cy="14400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>
                  <a:extLst>
                    <a:ext uri="{FF2B5EF4-FFF2-40B4-BE49-F238E27FC236}">
                      <a16:creationId xmlns:a16="http://schemas.microsoft.com/office/drawing/2014/main" id="{81CB6ACF-06ED-431E-81C9-D86A404390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5112000" y="5184002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>
                  <a:extLst>
                    <a:ext uri="{FF2B5EF4-FFF2-40B4-BE49-F238E27FC236}">
                      <a16:creationId xmlns:a16="http://schemas.microsoft.com/office/drawing/2014/main" id="{C398DDB6-9B3A-4A93-B412-9D1BCCA6EF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5112000" y="5472002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>
                  <a:extLst>
                    <a:ext uri="{FF2B5EF4-FFF2-40B4-BE49-F238E27FC236}">
                      <a16:creationId xmlns:a16="http://schemas.microsoft.com/office/drawing/2014/main" id="{91DCED7B-96E7-43AE-8387-C5109CD43E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5112000" y="5760002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>
                  <a:extLst>
                    <a:ext uri="{FF2B5EF4-FFF2-40B4-BE49-F238E27FC236}">
                      <a16:creationId xmlns:a16="http://schemas.microsoft.com/office/drawing/2014/main" id="{CE92E536-31A7-4D7D-A508-3BCB6BD177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5112000" y="6048002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9" name="Straight Connector 268">
                  <a:extLst>
                    <a:ext uri="{FF2B5EF4-FFF2-40B4-BE49-F238E27FC236}">
                      <a16:creationId xmlns:a16="http://schemas.microsoft.com/office/drawing/2014/main" id="{ECA925D1-85BA-429C-A95B-E77792A5F4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5112000" y="6336002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>
                  <a:extLst>
                    <a:ext uri="{FF2B5EF4-FFF2-40B4-BE49-F238E27FC236}">
                      <a16:creationId xmlns:a16="http://schemas.microsoft.com/office/drawing/2014/main" id="{8292AA95-EA4C-4F7D-8F91-945054C132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5112000" y="6624002"/>
                  <a:ext cx="0" cy="14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" name="Straight Connector 270">
                  <a:extLst>
                    <a:ext uri="{FF2B5EF4-FFF2-40B4-BE49-F238E27FC236}">
                      <a16:creationId xmlns:a16="http://schemas.microsoft.com/office/drawing/2014/main" id="{DD23D7E7-2D87-4883-95C7-23A1F9A30B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5112000" y="4896000"/>
                  <a:ext cx="0" cy="14400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33A525EA-7E1D-4BB7-B661-6C99273ED46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80000" y="5427000"/>
                <a:ext cx="918000" cy="918000"/>
                <a:chOff x="216000" y="4968000"/>
                <a:chExt cx="1224000" cy="1224000"/>
              </a:xfrm>
            </p:grpSpPr>
            <p:sp>
              <p:nvSpPr>
                <p:cNvPr id="136" name="Oval 135">
                  <a:extLst>
                    <a:ext uri="{FF2B5EF4-FFF2-40B4-BE49-F238E27FC236}">
                      <a16:creationId xmlns:a16="http://schemas.microsoft.com/office/drawing/2014/main" id="{72535ECB-A931-4E61-B1A2-243847185909}"/>
                    </a:ext>
                  </a:extLst>
                </p:cNvPr>
                <p:cNvSpPr/>
                <p:nvPr/>
              </p:nvSpPr>
              <p:spPr>
                <a:xfrm>
                  <a:off x="432000" y="5184000"/>
                  <a:ext cx="288000" cy="288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39B022FE-97DD-45DB-8B3D-CF581EDEFE42}"/>
                    </a:ext>
                  </a:extLst>
                </p:cNvPr>
                <p:cNvSpPr/>
                <p:nvPr/>
              </p:nvSpPr>
              <p:spPr>
                <a:xfrm>
                  <a:off x="936000" y="5184000"/>
                  <a:ext cx="288000" cy="288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138" name="Straight Connector 137">
                  <a:extLst>
                    <a:ext uri="{FF2B5EF4-FFF2-40B4-BE49-F238E27FC236}">
                      <a16:creationId xmlns:a16="http://schemas.microsoft.com/office/drawing/2014/main" id="{996142BC-83EA-4912-8FC1-BA06D010C6AF}"/>
                    </a:ext>
                  </a:extLst>
                </p:cNvPr>
                <p:cNvCxnSpPr>
                  <a:cxnSpLocks/>
                  <a:endCxn id="137" idx="6"/>
                </p:cNvCxnSpPr>
                <p:nvPr/>
              </p:nvCxnSpPr>
              <p:spPr>
                <a:xfrm flipH="1">
                  <a:off x="1224000" y="5328000"/>
                  <a:ext cx="216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Connector 138">
                  <a:extLst>
                    <a:ext uri="{FF2B5EF4-FFF2-40B4-BE49-F238E27FC236}">
                      <a16:creationId xmlns:a16="http://schemas.microsoft.com/office/drawing/2014/main" id="{5F2BD6A8-0E08-428B-8B2F-38CE97266C9A}"/>
                    </a:ext>
                  </a:extLst>
                </p:cNvPr>
                <p:cNvCxnSpPr>
                  <a:cxnSpLocks/>
                  <a:stCxn id="137" idx="2"/>
                  <a:endCxn id="136" idx="6"/>
                </p:cNvCxnSpPr>
                <p:nvPr/>
              </p:nvCxnSpPr>
              <p:spPr>
                <a:xfrm flipH="1">
                  <a:off x="720000" y="5328000"/>
                  <a:ext cx="216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Connector 139">
                  <a:extLst>
                    <a:ext uri="{FF2B5EF4-FFF2-40B4-BE49-F238E27FC236}">
                      <a16:creationId xmlns:a16="http://schemas.microsoft.com/office/drawing/2014/main" id="{25FBCF77-14F3-4170-A4F1-07580A33FA5D}"/>
                    </a:ext>
                  </a:extLst>
                </p:cNvPr>
                <p:cNvCxnSpPr>
                  <a:cxnSpLocks/>
                  <a:stCxn id="136" idx="2"/>
                </p:cNvCxnSpPr>
                <p:nvPr/>
              </p:nvCxnSpPr>
              <p:spPr>
                <a:xfrm flipH="1">
                  <a:off x="216000" y="5328000"/>
                  <a:ext cx="216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1" name="Oval 140">
                  <a:extLst>
                    <a:ext uri="{FF2B5EF4-FFF2-40B4-BE49-F238E27FC236}">
                      <a16:creationId xmlns:a16="http://schemas.microsoft.com/office/drawing/2014/main" id="{470B36B6-B5A9-4E05-880B-B6C838249FA1}"/>
                    </a:ext>
                  </a:extLst>
                </p:cNvPr>
                <p:cNvSpPr/>
                <p:nvPr/>
              </p:nvSpPr>
              <p:spPr>
                <a:xfrm>
                  <a:off x="432000" y="5688000"/>
                  <a:ext cx="288000" cy="288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2" name="Oval 141">
                  <a:extLst>
                    <a:ext uri="{FF2B5EF4-FFF2-40B4-BE49-F238E27FC236}">
                      <a16:creationId xmlns:a16="http://schemas.microsoft.com/office/drawing/2014/main" id="{59D3A1B4-CFCE-4B3E-AA5D-FE233B2C5FD3}"/>
                    </a:ext>
                  </a:extLst>
                </p:cNvPr>
                <p:cNvSpPr/>
                <p:nvPr/>
              </p:nvSpPr>
              <p:spPr>
                <a:xfrm>
                  <a:off x="936000" y="5688000"/>
                  <a:ext cx="288000" cy="288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143" name="Straight Connector 142">
                  <a:extLst>
                    <a:ext uri="{FF2B5EF4-FFF2-40B4-BE49-F238E27FC236}">
                      <a16:creationId xmlns:a16="http://schemas.microsoft.com/office/drawing/2014/main" id="{0E5A6EDC-CC5E-4381-B30E-C14F79AA125A}"/>
                    </a:ext>
                  </a:extLst>
                </p:cNvPr>
                <p:cNvCxnSpPr>
                  <a:cxnSpLocks/>
                  <a:stCxn id="142" idx="6"/>
                </p:cNvCxnSpPr>
                <p:nvPr/>
              </p:nvCxnSpPr>
              <p:spPr>
                <a:xfrm>
                  <a:off x="1224000" y="5832000"/>
                  <a:ext cx="216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>
                  <a:extLst>
                    <a:ext uri="{FF2B5EF4-FFF2-40B4-BE49-F238E27FC236}">
                      <a16:creationId xmlns:a16="http://schemas.microsoft.com/office/drawing/2014/main" id="{54764761-CD31-4FA6-BB99-21D1864A0C27}"/>
                    </a:ext>
                  </a:extLst>
                </p:cNvPr>
                <p:cNvCxnSpPr>
                  <a:cxnSpLocks/>
                  <a:stCxn id="141" idx="6"/>
                  <a:endCxn id="142" idx="2"/>
                </p:cNvCxnSpPr>
                <p:nvPr/>
              </p:nvCxnSpPr>
              <p:spPr>
                <a:xfrm>
                  <a:off x="720000" y="5832000"/>
                  <a:ext cx="216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>
                  <a:extLst>
                    <a:ext uri="{FF2B5EF4-FFF2-40B4-BE49-F238E27FC236}">
                      <a16:creationId xmlns:a16="http://schemas.microsoft.com/office/drawing/2014/main" id="{4BF15B23-5894-4543-9D3C-43DEDB7CD46D}"/>
                    </a:ext>
                  </a:extLst>
                </p:cNvPr>
                <p:cNvCxnSpPr>
                  <a:cxnSpLocks/>
                  <a:endCxn id="141" idx="2"/>
                </p:cNvCxnSpPr>
                <p:nvPr/>
              </p:nvCxnSpPr>
              <p:spPr>
                <a:xfrm>
                  <a:off x="216000" y="5832000"/>
                  <a:ext cx="216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>
                  <a:extLst>
                    <a:ext uri="{FF2B5EF4-FFF2-40B4-BE49-F238E27FC236}">
                      <a16:creationId xmlns:a16="http://schemas.microsoft.com/office/drawing/2014/main" id="{8BCD4B2B-513C-4887-8D26-B072957D2BF3}"/>
                    </a:ext>
                  </a:extLst>
                </p:cNvPr>
                <p:cNvCxnSpPr>
                  <a:cxnSpLocks/>
                  <a:stCxn id="142" idx="0"/>
                  <a:endCxn id="137" idx="4"/>
                </p:cNvCxnSpPr>
                <p:nvPr/>
              </p:nvCxnSpPr>
              <p:spPr>
                <a:xfrm flipV="1">
                  <a:off x="1080000" y="5472000"/>
                  <a:ext cx="0" cy="216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Straight Connector 146">
                  <a:extLst>
                    <a:ext uri="{FF2B5EF4-FFF2-40B4-BE49-F238E27FC236}">
                      <a16:creationId xmlns:a16="http://schemas.microsoft.com/office/drawing/2014/main" id="{CD8D1285-0920-4C66-9634-24F93AB1711B}"/>
                    </a:ext>
                  </a:extLst>
                </p:cNvPr>
                <p:cNvCxnSpPr>
                  <a:cxnSpLocks/>
                  <a:endCxn id="142" idx="4"/>
                </p:cNvCxnSpPr>
                <p:nvPr/>
              </p:nvCxnSpPr>
              <p:spPr>
                <a:xfrm flipV="1">
                  <a:off x="1072001" y="5976000"/>
                  <a:ext cx="0" cy="216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Straight Connector 147">
                  <a:extLst>
                    <a:ext uri="{FF2B5EF4-FFF2-40B4-BE49-F238E27FC236}">
                      <a16:creationId xmlns:a16="http://schemas.microsoft.com/office/drawing/2014/main" id="{B4574B1A-2469-4C23-9645-BD45F98E0075}"/>
                    </a:ext>
                  </a:extLst>
                </p:cNvPr>
                <p:cNvCxnSpPr>
                  <a:cxnSpLocks/>
                  <a:stCxn id="136" idx="4"/>
                  <a:endCxn id="141" idx="0"/>
                </p:cNvCxnSpPr>
                <p:nvPr/>
              </p:nvCxnSpPr>
              <p:spPr>
                <a:xfrm>
                  <a:off x="576000" y="5472000"/>
                  <a:ext cx="0" cy="216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Straight Connector 148">
                  <a:extLst>
                    <a:ext uri="{FF2B5EF4-FFF2-40B4-BE49-F238E27FC236}">
                      <a16:creationId xmlns:a16="http://schemas.microsoft.com/office/drawing/2014/main" id="{86D5A006-9D6C-4D4A-A796-5D76177BBA08}"/>
                    </a:ext>
                  </a:extLst>
                </p:cNvPr>
                <p:cNvCxnSpPr>
                  <a:cxnSpLocks/>
                  <a:endCxn id="136" idx="0"/>
                </p:cNvCxnSpPr>
                <p:nvPr/>
              </p:nvCxnSpPr>
              <p:spPr>
                <a:xfrm>
                  <a:off x="576000" y="4968000"/>
                  <a:ext cx="0" cy="216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Straight Connector 149">
                  <a:extLst>
                    <a:ext uri="{FF2B5EF4-FFF2-40B4-BE49-F238E27FC236}">
                      <a16:creationId xmlns:a16="http://schemas.microsoft.com/office/drawing/2014/main" id="{D38C0148-FE6A-478C-A7E4-E403416AFFD3}"/>
                    </a:ext>
                  </a:extLst>
                </p:cNvPr>
                <p:cNvCxnSpPr>
                  <a:cxnSpLocks/>
                  <a:stCxn id="141" idx="4"/>
                </p:cNvCxnSpPr>
                <p:nvPr/>
              </p:nvCxnSpPr>
              <p:spPr>
                <a:xfrm>
                  <a:off x="576000" y="5976000"/>
                  <a:ext cx="0" cy="21599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Straight Connector 150">
                  <a:extLst>
                    <a:ext uri="{FF2B5EF4-FFF2-40B4-BE49-F238E27FC236}">
                      <a16:creationId xmlns:a16="http://schemas.microsoft.com/office/drawing/2014/main" id="{702735D1-0AD3-4871-A51B-FEB7F1750A8E}"/>
                    </a:ext>
                  </a:extLst>
                </p:cNvPr>
                <p:cNvCxnSpPr>
                  <a:cxnSpLocks/>
                  <a:stCxn id="137" idx="0"/>
                </p:cNvCxnSpPr>
                <p:nvPr/>
              </p:nvCxnSpPr>
              <p:spPr>
                <a:xfrm flipV="1">
                  <a:off x="1080000" y="4968000"/>
                  <a:ext cx="0" cy="216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7FFA9E15-41C9-4ACE-814A-737D4F67CCEB}"/>
                  </a:ext>
                </a:extLst>
              </p:cNvPr>
              <p:cNvGrpSpPr/>
              <p:nvPr/>
            </p:nvGrpSpPr>
            <p:grpSpPr>
              <a:xfrm>
                <a:off x="3204000" y="5076000"/>
                <a:ext cx="1620000" cy="1620000"/>
                <a:chOff x="2880000" y="4896000"/>
                <a:chExt cx="1871998" cy="1872000"/>
              </a:xfrm>
            </p:grpSpPr>
            <p:sp>
              <p:nvSpPr>
                <p:cNvPr id="80" name="Oval 79">
                  <a:extLst>
                    <a:ext uri="{FF2B5EF4-FFF2-40B4-BE49-F238E27FC236}">
                      <a16:creationId xmlns:a16="http://schemas.microsoft.com/office/drawing/2014/main" id="{51B2D59B-07D7-44BF-89E3-882E6A859DD1}"/>
                    </a:ext>
                  </a:extLst>
                </p:cNvPr>
                <p:cNvSpPr/>
                <p:nvPr/>
              </p:nvSpPr>
              <p:spPr>
                <a:xfrm>
                  <a:off x="4335998" y="5104000"/>
                  <a:ext cx="208000" cy="208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D02BE407-02E8-4622-AF80-D911758132C4}"/>
                    </a:ext>
                  </a:extLst>
                </p:cNvPr>
                <p:cNvSpPr/>
                <p:nvPr/>
              </p:nvSpPr>
              <p:spPr>
                <a:xfrm>
                  <a:off x="3919999" y="5104000"/>
                  <a:ext cx="208000" cy="208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2" name="Oval 81">
                  <a:extLst>
                    <a:ext uri="{FF2B5EF4-FFF2-40B4-BE49-F238E27FC236}">
                      <a16:creationId xmlns:a16="http://schemas.microsoft.com/office/drawing/2014/main" id="{D6CED530-6C6E-4049-8ACC-3DA402C0E192}"/>
                    </a:ext>
                  </a:extLst>
                </p:cNvPr>
                <p:cNvSpPr/>
                <p:nvPr/>
              </p:nvSpPr>
              <p:spPr>
                <a:xfrm>
                  <a:off x="3088000" y="5104000"/>
                  <a:ext cx="208000" cy="208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AD525535-2CC4-481B-AA5D-904B08FB5349}"/>
                    </a:ext>
                  </a:extLst>
                </p:cNvPr>
                <p:cNvSpPr/>
                <p:nvPr/>
              </p:nvSpPr>
              <p:spPr>
                <a:xfrm>
                  <a:off x="3503999" y="5104000"/>
                  <a:ext cx="208000" cy="208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EDAB6C99-DA25-49D7-BEEE-3B7A2E8BA06E}"/>
                    </a:ext>
                  </a:extLst>
                </p:cNvPr>
                <p:cNvCxnSpPr>
                  <a:cxnSpLocks/>
                  <a:endCxn id="80" idx="6"/>
                </p:cNvCxnSpPr>
                <p:nvPr/>
              </p:nvCxnSpPr>
              <p:spPr>
                <a:xfrm flipH="1">
                  <a:off x="4543998" y="5208000"/>
                  <a:ext cx="208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FA828FBF-21D4-4836-872E-FA65C587853D}"/>
                    </a:ext>
                  </a:extLst>
                </p:cNvPr>
                <p:cNvCxnSpPr>
                  <a:cxnSpLocks/>
                  <a:stCxn id="80" idx="2"/>
                  <a:endCxn id="81" idx="6"/>
                </p:cNvCxnSpPr>
                <p:nvPr/>
              </p:nvCxnSpPr>
              <p:spPr>
                <a:xfrm flipH="1">
                  <a:off x="4127999" y="5208000"/>
                  <a:ext cx="208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61880A76-E912-497D-AC7A-F868F129B56C}"/>
                    </a:ext>
                  </a:extLst>
                </p:cNvPr>
                <p:cNvCxnSpPr>
                  <a:cxnSpLocks/>
                  <a:stCxn id="81" idx="2"/>
                  <a:endCxn id="83" idx="6"/>
                </p:cNvCxnSpPr>
                <p:nvPr/>
              </p:nvCxnSpPr>
              <p:spPr>
                <a:xfrm flipH="1">
                  <a:off x="3711999" y="5208000"/>
                  <a:ext cx="208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DC0DA100-B3A4-435E-96ED-51C1F4E1486D}"/>
                    </a:ext>
                  </a:extLst>
                </p:cNvPr>
                <p:cNvCxnSpPr>
                  <a:cxnSpLocks/>
                  <a:stCxn id="83" idx="2"/>
                  <a:endCxn id="82" idx="6"/>
                </p:cNvCxnSpPr>
                <p:nvPr/>
              </p:nvCxnSpPr>
              <p:spPr>
                <a:xfrm flipH="1">
                  <a:off x="3296000" y="5208000"/>
                  <a:ext cx="208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A45A75A3-05F6-42F7-B1B2-218364E7A7EA}"/>
                    </a:ext>
                  </a:extLst>
                </p:cNvPr>
                <p:cNvCxnSpPr>
                  <a:cxnSpLocks/>
                  <a:stCxn id="82" idx="2"/>
                </p:cNvCxnSpPr>
                <p:nvPr/>
              </p:nvCxnSpPr>
              <p:spPr>
                <a:xfrm flipH="1">
                  <a:off x="2880000" y="5208000"/>
                  <a:ext cx="208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9" name="Oval 88">
                  <a:extLst>
                    <a:ext uri="{FF2B5EF4-FFF2-40B4-BE49-F238E27FC236}">
                      <a16:creationId xmlns:a16="http://schemas.microsoft.com/office/drawing/2014/main" id="{4456EE0E-504F-4021-A6FC-2E6347BF8E41}"/>
                    </a:ext>
                  </a:extLst>
                </p:cNvPr>
                <p:cNvSpPr/>
                <p:nvPr/>
              </p:nvSpPr>
              <p:spPr>
                <a:xfrm>
                  <a:off x="4335998" y="5519999"/>
                  <a:ext cx="208000" cy="208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B7106388-B9B8-4A98-A55F-71182F5A48BF}"/>
                    </a:ext>
                  </a:extLst>
                </p:cNvPr>
                <p:cNvSpPr/>
                <p:nvPr/>
              </p:nvSpPr>
              <p:spPr>
                <a:xfrm>
                  <a:off x="3919999" y="5519999"/>
                  <a:ext cx="208000" cy="208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D78DDD05-78F8-4BD5-92E6-968D0089D1AA}"/>
                    </a:ext>
                  </a:extLst>
                </p:cNvPr>
                <p:cNvSpPr/>
                <p:nvPr/>
              </p:nvSpPr>
              <p:spPr>
                <a:xfrm>
                  <a:off x="3088000" y="5519999"/>
                  <a:ext cx="208000" cy="208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EB3CBC90-7B43-4C02-855B-E9224B041B71}"/>
                    </a:ext>
                  </a:extLst>
                </p:cNvPr>
                <p:cNvSpPr/>
                <p:nvPr/>
              </p:nvSpPr>
              <p:spPr>
                <a:xfrm>
                  <a:off x="3503999" y="5519999"/>
                  <a:ext cx="208000" cy="208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0075F841-F9CC-4B30-8E80-9DE5C667FA15}"/>
                    </a:ext>
                  </a:extLst>
                </p:cNvPr>
                <p:cNvCxnSpPr>
                  <a:cxnSpLocks/>
                  <a:endCxn id="89" idx="6"/>
                </p:cNvCxnSpPr>
                <p:nvPr/>
              </p:nvCxnSpPr>
              <p:spPr>
                <a:xfrm flipH="1">
                  <a:off x="4543998" y="5623999"/>
                  <a:ext cx="208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46F0924D-9007-436E-9E39-934011E90DDE}"/>
                    </a:ext>
                  </a:extLst>
                </p:cNvPr>
                <p:cNvCxnSpPr>
                  <a:cxnSpLocks/>
                  <a:stCxn id="89" idx="2"/>
                  <a:endCxn id="90" idx="6"/>
                </p:cNvCxnSpPr>
                <p:nvPr/>
              </p:nvCxnSpPr>
              <p:spPr>
                <a:xfrm flipH="1">
                  <a:off x="4127999" y="5623999"/>
                  <a:ext cx="208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AB5F6989-394D-4F72-8A5A-796103D3F222}"/>
                    </a:ext>
                  </a:extLst>
                </p:cNvPr>
                <p:cNvCxnSpPr>
                  <a:cxnSpLocks/>
                  <a:stCxn id="90" idx="2"/>
                  <a:endCxn id="92" idx="6"/>
                </p:cNvCxnSpPr>
                <p:nvPr/>
              </p:nvCxnSpPr>
              <p:spPr>
                <a:xfrm flipH="1">
                  <a:off x="3711999" y="5623999"/>
                  <a:ext cx="208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E820CEB8-6572-4BA6-8DDD-36C2483AB755}"/>
                    </a:ext>
                  </a:extLst>
                </p:cNvPr>
                <p:cNvCxnSpPr>
                  <a:cxnSpLocks/>
                  <a:stCxn id="92" idx="2"/>
                  <a:endCxn id="91" idx="6"/>
                </p:cNvCxnSpPr>
                <p:nvPr/>
              </p:nvCxnSpPr>
              <p:spPr>
                <a:xfrm flipH="1">
                  <a:off x="3296000" y="5623999"/>
                  <a:ext cx="208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25B8B4EC-406D-43D8-873E-14C8710BBC17}"/>
                    </a:ext>
                  </a:extLst>
                </p:cNvPr>
                <p:cNvCxnSpPr>
                  <a:cxnSpLocks/>
                  <a:stCxn id="91" idx="2"/>
                </p:cNvCxnSpPr>
                <p:nvPr/>
              </p:nvCxnSpPr>
              <p:spPr>
                <a:xfrm flipH="1">
                  <a:off x="2880000" y="5623999"/>
                  <a:ext cx="208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CDF34946-17F6-4076-8222-800674DE0092}"/>
                    </a:ext>
                  </a:extLst>
                </p:cNvPr>
                <p:cNvSpPr/>
                <p:nvPr/>
              </p:nvSpPr>
              <p:spPr>
                <a:xfrm>
                  <a:off x="4335998" y="5935999"/>
                  <a:ext cx="208000" cy="208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9" name="Oval 98">
                  <a:extLst>
                    <a:ext uri="{FF2B5EF4-FFF2-40B4-BE49-F238E27FC236}">
                      <a16:creationId xmlns:a16="http://schemas.microsoft.com/office/drawing/2014/main" id="{B2BAA1C0-B2E8-4259-B91A-D8699616367A}"/>
                    </a:ext>
                  </a:extLst>
                </p:cNvPr>
                <p:cNvSpPr/>
                <p:nvPr/>
              </p:nvSpPr>
              <p:spPr>
                <a:xfrm>
                  <a:off x="3919999" y="5935999"/>
                  <a:ext cx="208000" cy="208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5BD1F9A7-56FF-4177-A7AF-D797A36C80E2}"/>
                    </a:ext>
                  </a:extLst>
                </p:cNvPr>
                <p:cNvSpPr/>
                <p:nvPr/>
              </p:nvSpPr>
              <p:spPr>
                <a:xfrm>
                  <a:off x="3088000" y="5935999"/>
                  <a:ext cx="208000" cy="208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3E35DF4A-C15E-4B29-AFE0-697202AEB298}"/>
                    </a:ext>
                  </a:extLst>
                </p:cNvPr>
                <p:cNvSpPr/>
                <p:nvPr/>
              </p:nvSpPr>
              <p:spPr>
                <a:xfrm>
                  <a:off x="3503999" y="5935999"/>
                  <a:ext cx="208000" cy="208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8B1BC850-98C7-4A13-9C7B-0C7697A38ADA}"/>
                    </a:ext>
                  </a:extLst>
                </p:cNvPr>
                <p:cNvSpPr/>
                <p:nvPr/>
              </p:nvSpPr>
              <p:spPr>
                <a:xfrm rot="10800000">
                  <a:off x="3088000" y="6351998"/>
                  <a:ext cx="208000" cy="208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3" name="Oval 102">
                  <a:extLst>
                    <a:ext uri="{FF2B5EF4-FFF2-40B4-BE49-F238E27FC236}">
                      <a16:creationId xmlns:a16="http://schemas.microsoft.com/office/drawing/2014/main" id="{BAD3E023-C8BF-4048-BD08-95A33E13EB5F}"/>
                    </a:ext>
                  </a:extLst>
                </p:cNvPr>
                <p:cNvSpPr/>
                <p:nvPr/>
              </p:nvSpPr>
              <p:spPr>
                <a:xfrm rot="10800000">
                  <a:off x="3503999" y="6351998"/>
                  <a:ext cx="208000" cy="208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4" name="Oval 103">
                  <a:extLst>
                    <a:ext uri="{FF2B5EF4-FFF2-40B4-BE49-F238E27FC236}">
                      <a16:creationId xmlns:a16="http://schemas.microsoft.com/office/drawing/2014/main" id="{B9750099-A7FD-4B57-8D7F-7E68BE04A51D}"/>
                    </a:ext>
                  </a:extLst>
                </p:cNvPr>
                <p:cNvSpPr/>
                <p:nvPr/>
              </p:nvSpPr>
              <p:spPr>
                <a:xfrm rot="10800000">
                  <a:off x="3919999" y="6351998"/>
                  <a:ext cx="208000" cy="208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2DE788C2-A0C7-4F28-98E1-8E3B96F009AE}"/>
                    </a:ext>
                  </a:extLst>
                </p:cNvPr>
                <p:cNvSpPr/>
                <p:nvPr/>
              </p:nvSpPr>
              <p:spPr>
                <a:xfrm rot="10800000">
                  <a:off x="4335998" y="6351998"/>
                  <a:ext cx="208000" cy="208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106" name="Straight Connector 105">
                  <a:extLst>
                    <a:ext uri="{FF2B5EF4-FFF2-40B4-BE49-F238E27FC236}">
                      <a16:creationId xmlns:a16="http://schemas.microsoft.com/office/drawing/2014/main" id="{B097EE77-EDF9-4D24-8B2E-6703D4BCDAEC}"/>
                    </a:ext>
                  </a:extLst>
                </p:cNvPr>
                <p:cNvCxnSpPr>
                  <a:cxnSpLocks/>
                  <a:stCxn id="102" idx="2"/>
                  <a:endCxn id="103" idx="6"/>
                </p:cNvCxnSpPr>
                <p:nvPr/>
              </p:nvCxnSpPr>
              <p:spPr>
                <a:xfrm rot="10800000" flipH="1">
                  <a:off x="3296000" y="6455998"/>
                  <a:ext cx="208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>
                  <a:extLst>
                    <a:ext uri="{FF2B5EF4-FFF2-40B4-BE49-F238E27FC236}">
                      <a16:creationId xmlns:a16="http://schemas.microsoft.com/office/drawing/2014/main" id="{35474B1C-1914-46EE-BDB9-7D696EB177DB}"/>
                    </a:ext>
                  </a:extLst>
                </p:cNvPr>
                <p:cNvCxnSpPr>
                  <a:cxnSpLocks/>
                  <a:stCxn id="103" idx="2"/>
                  <a:endCxn id="104" idx="6"/>
                </p:cNvCxnSpPr>
                <p:nvPr/>
              </p:nvCxnSpPr>
              <p:spPr>
                <a:xfrm rot="10800000" flipH="1">
                  <a:off x="3711999" y="6455998"/>
                  <a:ext cx="208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>
                  <a:extLst>
                    <a:ext uri="{FF2B5EF4-FFF2-40B4-BE49-F238E27FC236}">
                      <a16:creationId xmlns:a16="http://schemas.microsoft.com/office/drawing/2014/main" id="{F16FB19C-5FC2-4D3A-8E89-AA51FFD98F2B}"/>
                    </a:ext>
                  </a:extLst>
                </p:cNvPr>
                <p:cNvCxnSpPr>
                  <a:cxnSpLocks/>
                  <a:stCxn id="104" idx="2"/>
                  <a:endCxn id="105" idx="6"/>
                </p:cNvCxnSpPr>
                <p:nvPr/>
              </p:nvCxnSpPr>
              <p:spPr>
                <a:xfrm rot="10800000" flipH="1">
                  <a:off x="4127999" y="6455998"/>
                  <a:ext cx="208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A3140173-BBC8-4FB1-A553-780EDA60C283}"/>
                    </a:ext>
                  </a:extLst>
                </p:cNvPr>
                <p:cNvCxnSpPr>
                  <a:cxnSpLocks/>
                  <a:stCxn id="105" idx="2"/>
                </p:cNvCxnSpPr>
                <p:nvPr/>
              </p:nvCxnSpPr>
              <p:spPr>
                <a:xfrm rot="10800000" flipH="1">
                  <a:off x="4543998" y="6455998"/>
                  <a:ext cx="208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>
                  <a:extLst>
                    <a:ext uri="{FF2B5EF4-FFF2-40B4-BE49-F238E27FC236}">
                      <a16:creationId xmlns:a16="http://schemas.microsoft.com/office/drawing/2014/main" id="{7AE8F720-96A4-4993-80DA-455E65F4E802}"/>
                    </a:ext>
                  </a:extLst>
                </p:cNvPr>
                <p:cNvCxnSpPr>
                  <a:cxnSpLocks/>
                  <a:endCxn id="102" idx="6"/>
                </p:cNvCxnSpPr>
                <p:nvPr/>
              </p:nvCxnSpPr>
              <p:spPr>
                <a:xfrm rot="10800000" flipH="1">
                  <a:off x="2880000" y="6455998"/>
                  <a:ext cx="208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36A863C4-09B3-418D-A803-56F7455C99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439998" y="6559998"/>
                  <a:ext cx="0" cy="2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>
                  <a:extLst>
                    <a:ext uri="{FF2B5EF4-FFF2-40B4-BE49-F238E27FC236}">
                      <a16:creationId xmlns:a16="http://schemas.microsoft.com/office/drawing/2014/main" id="{013601FA-E3D6-40D0-916D-6CD90DC0E7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439998" y="6143998"/>
                  <a:ext cx="0" cy="2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Straight Connector 112">
                  <a:extLst>
                    <a:ext uri="{FF2B5EF4-FFF2-40B4-BE49-F238E27FC236}">
                      <a16:creationId xmlns:a16="http://schemas.microsoft.com/office/drawing/2014/main" id="{88EBDCC3-B8CF-4721-94BF-99B1B3722A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439998" y="5727999"/>
                  <a:ext cx="0" cy="2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Straight Connector 113">
                  <a:extLst>
                    <a:ext uri="{FF2B5EF4-FFF2-40B4-BE49-F238E27FC236}">
                      <a16:creationId xmlns:a16="http://schemas.microsoft.com/office/drawing/2014/main" id="{0A15635D-C34F-467C-9210-2CBA80EAFA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439998" y="5311999"/>
                  <a:ext cx="0" cy="2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C0C1219F-E94D-445E-AF6E-10B042AD9A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439998" y="4896000"/>
                  <a:ext cx="0" cy="2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Connector 115">
                  <a:extLst>
                    <a:ext uri="{FF2B5EF4-FFF2-40B4-BE49-F238E27FC236}">
                      <a16:creationId xmlns:a16="http://schemas.microsoft.com/office/drawing/2014/main" id="{E5F35A65-A53E-4484-827E-8693FE7398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3607999" y="5312002"/>
                  <a:ext cx="0" cy="2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Connector 116">
                  <a:extLst>
                    <a:ext uri="{FF2B5EF4-FFF2-40B4-BE49-F238E27FC236}">
                      <a16:creationId xmlns:a16="http://schemas.microsoft.com/office/drawing/2014/main" id="{E1E7B607-6AAB-4E0F-B25B-0F2EED5B54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3607999" y="5728001"/>
                  <a:ext cx="0" cy="2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Straight Connector 117">
                  <a:extLst>
                    <a:ext uri="{FF2B5EF4-FFF2-40B4-BE49-F238E27FC236}">
                      <a16:creationId xmlns:a16="http://schemas.microsoft.com/office/drawing/2014/main" id="{833F2AE4-108F-46A8-A904-FABE8A2E9C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3607999" y="6144001"/>
                  <a:ext cx="0" cy="2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Straight Connector 118">
                  <a:extLst>
                    <a:ext uri="{FF2B5EF4-FFF2-40B4-BE49-F238E27FC236}">
                      <a16:creationId xmlns:a16="http://schemas.microsoft.com/office/drawing/2014/main" id="{8D1515DB-AC73-43EA-9A08-F4B3E83EA4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3607999" y="6560000"/>
                  <a:ext cx="0" cy="2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Straight Connector 119">
                  <a:extLst>
                    <a:ext uri="{FF2B5EF4-FFF2-40B4-BE49-F238E27FC236}">
                      <a16:creationId xmlns:a16="http://schemas.microsoft.com/office/drawing/2014/main" id="{8CA41233-FC2C-4C4E-A676-ACCFF40148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3607999" y="4896000"/>
                  <a:ext cx="0" cy="20800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Straight Connector 120">
                  <a:extLst>
                    <a:ext uri="{FF2B5EF4-FFF2-40B4-BE49-F238E27FC236}">
                      <a16:creationId xmlns:a16="http://schemas.microsoft.com/office/drawing/2014/main" id="{ED36144E-5F2C-4E58-85C7-BA94CF5B78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3192000" y="5312002"/>
                  <a:ext cx="0" cy="2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Straight Connector 121">
                  <a:extLst>
                    <a:ext uri="{FF2B5EF4-FFF2-40B4-BE49-F238E27FC236}">
                      <a16:creationId xmlns:a16="http://schemas.microsoft.com/office/drawing/2014/main" id="{8725C859-9019-45A4-8FC8-DBA320F20C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3192000" y="5728001"/>
                  <a:ext cx="0" cy="2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Connector 122">
                  <a:extLst>
                    <a:ext uri="{FF2B5EF4-FFF2-40B4-BE49-F238E27FC236}">
                      <a16:creationId xmlns:a16="http://schemas.microsoft.com/office/drawing/2014/main" id="{F451F38B-3087-425A-9AAB-E7778728E5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3192000" y="6144001"/>
                  <a:ext cx="0" cy="2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Connector 123">
                  <a:extLst>
                    <a:ext uri="{FF2B5EF4-FFF2-40B4-BE49-F238E27FC236}">
                      <a16:creationId xmlns:a16="http://schemas.microsoft.com/office/drawing/2014/main" id="{2B82ADC3-39D0-4B50-AD34-732792072A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3192000" y="6560000"/>
                  <a:ext cx="0" cy="2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Connector 124">
                  <a:extLst>
                    <a:ext uri="{FF2B5EF4-FFF2-40B4-BE49-F238E27FC236}">
                      <a16:creationId xmlns:a16="http://schemas.microsoft.com/office/drawing/2014/main" id="{FBB11E17-F33F-4835-8D04-D5180D2961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3192000" y="4896000"/>
                  <a:ext cx="0" cy="20800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>
                  <a:extLst>
                    <a:ext uri="{FF2B5EF4-FFF2-40B4-BE49-F238E27FC236}">
                      <a16:creationId xmlns:a16="http://schemas.microsoft.com/office/drawing/2014/main" id="{FF02EE1C-5A09-4643-ABC9-7C8A4D7B1172}"/>
                    </a:ext>
                  </a:extLst>
                </p:cNvPr>
                <p:cNvCxnSpPr>
                  <a:cxnSpLocks/>
                  <a:stCxn id="100" idx="6"/>
                  <a:endCxn id="101" idx="2"/>
                </p:cNvCxnSpPr>
                <p:nvPr/>
              </p:nvCxnSpPr>
              <p:spPr>
                <a:xfrm>
                  <a:off x="3296000" y="6039999"/>
                  <a:ext cx="208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>
                  <a:extLst>
                    <a:ext uri="{FF2B5EF4-FFF2-40B4-BE49-F238E27FC236}">
                      <a16:creationId xmlns:a16="http://schemas.microsoft.com/office/drawing/2014/main" id="{58A87A1C-B9D0-4DE0-AC5D-9877DD62A0E9}"/>
                    </a:ext>
                  </a:extLst>
                </p:cNvPr>
                <p:cNvCxnSpPr>
                  <a:cxnSpLocks/>
                  <a:stCxn id="101" idx="6"/>
                  <a:endCxn id="99" idx="2"/>
                </p:cNvCxnSpPr>
                <p:nvPr/>
              </p:nvCxnSpPr>
              <p:spPr>
                <a:xfrm>
                  <a:off x="3711999" y="6039999"/>
                  <a:ext cx="208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>
                  <a:extLst>
                    <a:ext uri="{FF2B5EF4-FFF2-40B4-BE49-F238E27FC236}">
                      <a16:creationId xmlns:a16="http://schemas.microsoft.com/office/drawing/2014/main" id="{BD21B1A0-A4F0-4563-8859-AD94052028DD}"/>
                    </a:ext>
                  </a:extLst>
                </p:cNvPr>
                <p:cNvCxnSpPr>
                  <a:cxnSpLocks/>
                  <a:stCxn id="99" idx="6"/>
                  <a:endCxn id="98" idx="2"/>
                </p:cNvCxnSpPr>
                <p:nvPr/>
              </p:nvCxnSpPr>
              <p:spPr>
                <a:xfrm>
                  <a:off x="4127999" y="6039999"/>
                  <a:ext cx="208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2AAF31F9-1D85-4826-BDEF-D368402904AA}"/>
                    </a:ext>
                  </a:extLst>
                </p:cNvPr>
                <p:cNvCxnSpPr>
                  <a:cxnSpLocks/>
                  <a:stCxn id="98" idx="6"/>
                </p:cNvCxnSpPr>
                <p:nvPr/>
              </p:nvCxnSpPr>
              <p:spPr>
                <a:xfrm>
                  <a:off x="4543998" y="6039999"/>
                  <a:ext cx="208000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>
                  <a:extLst>
                    <a:ext uri="{FF2B5EF4-FFF2-40B4-BE49-F238E27FC236}">
                      <a16:creationId xmlns:a16="http://schemas.microsoft.com/office/drawing/2014/main" id="{1FEE15AE-9A3C-458F-835B-168F059164A0}"/>
                    </a:ext>
                  </a:extLst>
                </p:cNvPr>
                <p:cNvCxnSpPr>
                  <a:cxnSpLocks/>
                  <a:endCxn id="100" idx="2"/>
                </p:cNvCxnSpPr>
                <p:nvPr/>
              </p:nvCxnSpPr>
              <p:spPr>
                <a:xfrm flipV="1">
                  <a:off x="2880000" y="6039999"/>
                  <a:ext cx="208000" cy="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Connector 130">
                  <a:extLst>
                    <a:ext uri="{FF2B5EF4-FFF2-40B4-BE49-F238E27FC236}">
                      <a16:creationId xmlns:a16="http://schemas.microsoft.com/office/drawing/2014/main" id="{26296229-DD1F-47D9-9FCF-F5C65C045B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032000" y="6559998"/>
                  <a:ext cx="0" cy="2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Connector 131">
                  <a:extLst>
                    <a:ext uri="{FF2B5EF4-FFF2-40B4-BE49-F238E27FC236}">
                      <a16:creationId xmlns:a16="http://schemas.microsoft.com/office/drawing/2014/main" id="{28DDA3D5-75AE-4D8F-9FC6-EFB5A24539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032000" y="6143998"/>
                  <a:ext cx="0" cy="2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Connector 132">
                  <a:extLst>
                    <a:ext uri="{FF2B5EF4-FFF2-40B4-BE49-F238E27FC236}">
                      <a16:creationId xmlns:a16="http://schemas.microsoft.com/office/drawing/2014/main" id="{4B71BCDE-41D0-4A77-90A8-A17819EF30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032000" y="5727999"/>
                  <a:ext cx="0" cy="2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Connector 133">
                  <a:extLst>
                    <a:ext uri="{FF2B5EF4-FFF2-40B4-BE49-F238E27FC236}">
                      <a16:creationId xmlns:a16="http://schemas.microsoft.com/office/drawing/2014/main" id="{ACE0CF76-CAE6-4989-86A4-E690E0ABC7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032000" y="5311999"/>
                  <a:ext cx="0" cy="2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Connector 134">
                  <a:extLst>
                    <a:ext uri="{FF2B5EF4-FFF2-40B4-BE49-F238E27FC236}">
                      <a16:creationId xmlns:a16="http://schemas.microsoft.com/office/drawing/2014/main" id="{383EB826-5D4F-4710-875F-017BDE311C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032000" y="4896000"/>
                  <a:ext cx="0" cy="2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6B523476-EE31-4650-A99B-B67FBA18DF58}"/>
                  </a:ext>
                </a:extLst>
              </p:cNvPr>
              <p:cNvGrpSpPr/>
              <p:nvPr/>
            </p:nvGrpSpPr>
            <p:grpSpPr>
              <a:xfrm>
                <a:off x="1152000" y="4896000"/>
                <a:ext cx="1980000" cy="1980000"/>
                <a:chOff x="2952000" y="6552000"/>
                <a:chExt cx="1980000" cy="1980000"/>
              </a:xfrm>
            </p:grpSpPr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4884EE9E-C5E5-4726-84B7-ACBE7CECA0AA}"/>
                    </a:ext>
                  </a:extLst>
                </p:cNvPr>
                <p:cNvSpPr/>
                <p:nvPr/>
              </p:nvSpPr>
              <p:spPr>
                <a:xfrm>
                  <a:off x="4212000" y="7092000"/>
                  <a:ext cx="180000" cy="180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E052E65B-1CBB-4E65-981D-D225B025D2DB}"/>
                    </a:ext>
                  </a:extLst>
                </p:cNvPr>
                <p:cNvSpPr/>
                <p:nvPr/>
              </p:nvSpPr>
              <p:spPr>
                <a:xfrm>
                  <a:off x="3852000" y="7092000"/>
                  <a:ext cx="180000" cy="180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BB3765F5-DDFD-4E2C-BB45-23FAE1D6C640}"/>
                    </a:ext>
                  </a:extLst>
                </p:cNvPr>
                <p:cNvSpPr/>
                <p:nvPr/>
              </p:nvSpPr>
              <p:spPr>
                <a:xfrm>
                  <a:off x="3132000" y="7092000"/>
                  <a:ext cx="180000" cy="180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48FDF4ED-296A-4D7C-A222-8EB6A9CC82B8}"/>
                    </a:ext>
                  </a:extLst>
                </p:cNvPr>
                <p:cNvSpPr/>
                <p:nvPr/>
              </p:nvSpPr>
              <p:spPr>
                <a:xfrm>
                  <a:off x="3492000" y="7092000"/>
                  <a:ext cx="180000" cy="180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3E574A6F-F7B9-45DB-B679-797D0C844BD8}"/>
                    </a:ext>
                  </a:extLst>
                </p:cNvPr>
                <p:cNvCxnSpPr>
                  <a:cxnSpLocks/>
                  <a:endCxn id="32" idx="6"/>
                </p:cNvCxnSpPr>
                <p:nvPr/>
              </p:nvCxnSpPr>
              <p:spPr>
                <a:xfrm flipH="1">
                  <a:off x="4392000" y="7182000"/>
                  <a:ext cx="180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85B755A0-B801-4018-A816-5D0173F89035}"/>
                    </a:ext>
                  </a:extLst>
                </p:cNvPr>
                <p:cNvCxnSpPr>
                  <a:cxnSpLocks/>
                  <a:stCxn id="32" idx="2"/>
                  <a:endCxn id="33" idx="6"/>
                </p:cNvCxnSpPr>
                <p:nvPr/>
              </p:nvCxnSpPr>
              <p:spPr>
                <a:xfrm flipH="1">
                  <a:off x="4032000" y="7182000"/>
                  <a:ext cx="180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3282CDCD-5234-449E-9872-D12A28B622BD}"/>
                    </a:ext>
                  </a:extLst>
                </p:cNvPr>
                <p:cNvCxnSpPr>
                  <a:cxnSpLocks/>
                  <a:stCxn id="33" idx="2"/>
                  <a:endCxn id="35" idx="6"/>
                </p:cNvCxnSpPr>
                <p:nvPr/>
              </p:nvCxnSpPr>
              <p:spPr>
                <a:xfrm flipH="1">
                  <a:off x="3672000" y="7182000"/>
                  <a:ext cx="180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B139A32E-382E-4363-AF6B-0895F6F167DC}"/>
                    </a:ext>
                  </a:extLst>
                </p:cNvPr>
                <p:cNvCxnSpPr>
                  <a:cxnSpLocks/>
                  <a:stCxn id="35" idx="2"/>
                  <a:endCxn id="34" idx="6"/>
                </p:cNvCxnSpPr>
                <p:nvPr/>
              </p:nvCxnSpPr>
              <p:spPr>
                <a:xfrm flipH="1">
                  <a:off x="3312000" y="7182000"/>
                  <a:ext cx="180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7660A68E-5027-4F1D-A44E-CDCCC48ED06F}"/>
                    </a:ext>
                  </a:extLst>
                </p:cNvPr>
                <p:cNvCxnSpPr>
                  <a:cxnSpLocks/>
                  <a:stCxn id="34" idx="2"/>
                </p:cNvCxnSpPr>
                <p:nvPr/>
              </p:nvCxnSpPr>
              <p:spPr>
                <a:xfrm flipH="1">
                  <a:off x="2952000" y="7182000"/>
                  <a:ext cx="180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44DE954F-830C-4B80-8C88-466103BFFB99}"/>
                    </a:ext>
                  </a:extLst>
                </p:cNvPr>
                <p:cNvSpPr/>
                <p:nvPr/>
              </p:nvSpPr>
              <p:spPr>
                <a:xfrm>
                  <a:off x="4212000" y="7451999"/>
                  <a:ext cx="180000" cy="180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0F1A18CD-187C-4A36-AD28-F745A294C828}"/>
                    </a:ext>
                  </a:extLst>
                </p:cNvPr>
                <p:cNvSpPr/>
                <p:nvPr/>
              </p:nvSpPr>
              <p:spPr>
                <a:xfrm>
                  <a:off x="3492000" y="7451999"/>
                  <a:ext cx="180000" cy="180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7C55442D-E58E-4CE7-97FE-3DE68E4023C9}"/>
                    </a:ext>
                  </a:extLst>
                </p:cNvPr>
                <p:cNvCxnSpPr>
                  <a:cxnSpLocks/>
                  <a:stCxn id="41" idx="1"/>
                  <a:endCxn id="33" idx="5"/>
                </p:cNvCxnSpPr>
                <p:nvPr/>
              </p:nvCxnSpPr>
              <p:spPr>
                <a:xfrm flipH="1" flipV="1">
                  <a:off x="4005640" y="7245640"/>
                  <a:ext cx="232720" cy="23271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FD5C1C76-2613-47B6-8A0F-705CFF4C9ADB}"/>
                    </a:ext>
                  </a:extLst>
                </p:cNvPr>
                <p:cNvCxnSpPr>
                  <a:cxnSpLocks/>
                  <a:stCxn id="33" idx="3"/>
                  <a:endCxn id="42" idx="7"/>
                </p:cNvCxnSpPr>
                <p:nvPr/>
              </p:nvCxnSpPr>
              <p:spPr>
                <a:xfrm flipH="1">
                  <a:off x="3645640" y="7245640"/>
                  <a:ext cx="232720" cy="23271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01D743AC-A9AA-4A5F-9358-1A8F50123E24}"/>
                    </a:ext>
                  </a:extLst>
                </p:cNvPr>
                <p:cNvSpPr/>
                <p:nvPr/>
              </p:nvSpPr>
              <p:spPr>
                <a:xfrm>
                  <a:off x="4212000" y="7811999"/>
                  <a:ext cx="180000" cy="180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CB76B62C-E85D-45E5-BADD-705B3BD0985B}"/>
                    </a:ext>
                  </a:extLst>
                </p:cNvPr>
                <p:cNvSpPr/>
                <p:nvPr/>
              </p:nvSpPr>
              <p:spPr>
                <a:xfrm>
                  <a:off x="3852000" y="7811999"/>
                  <a:ext cx="180000" cy="180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48350C-F2C2-4DA8-8B33-699B8FD97F33}"/>
                    </a:ext>
                  </a:extLst>
                </p:cNvPr>
                <p:cNvSpPr/>
                <p:nvPr/>
              </p:nvSpPr>
              <p:spPr>
                <a:xfrm>
                  <a:off x="3132000" y="7811999"/>
                  <a:ext cx="180000" cy="180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D4C6734-E0C3-46DE-AA4A-5D1DD9F87572}"/>
                    </a:ext>
                  </a:extLst>
                </p:cNvPr>
                <p:cNvSpPr/>
                <p:nvPr/>
              </p:nvSpPr>
              <p:spPr>
                <a:xfrm>
                  <a:off x="3492000" y="7811999"/>
                  <a:ext cx="180000" cy="180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8F987099-D771-4CEE-89BA-371BC2714274}"/>
                    </a:ext>
                  </a:extLst>
                </p:cNvPr>
                <p:cNvSpPr/>
                <p:nvPr/>
              </p:nvSpPr>
              <p:spPr>
                <a:xfrm rot="10800000">
                  <a:off x="3492000" y="8171998"/>
                  <a:ext cx="180000" cy="180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9265E66D-74BD-461C-82A1-CB169B1EFC28}"/>
                    </a:ext>
                  </a:extLst>
                </p:cNvPr>
                <p:cNvSpPr/>
                <p:nvPr/>
              </p:nvSpPr>
              <p:spPr>
                <a:xfrm rot="10800000">
                  <a:off x="4212000" y="8171998"/>
                  <a:ext cx="180000" cy="180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8CAD79CF-4635-480F-B35B-24AFEF769E75}"/>
                    </a:ext>
                  </a:extLst>
                </p:cNvPr>
                <p:cNvCxnSpPr>
                  <a:cxnSpLocks/>
                  <a:stCxn id="50" idx="3"/>
                  <a:endCxn id="73" idx="3"/>
                </p:cNvCxnSpPr>
                <p:nvPr/>
              </p:nvCxnSpPr>
              <p:spPr>
                <a:xfrm flipV="1">
                  <a:off x="4365640" y="7965640"/>
                  <a:ext cx="232720" cy="23271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D80FED0D-9964-43AC-893A-8C6A01706B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02000" y="8351998"/>
                  <a:ext cx="0" cy="1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928D5DDD-54BC-4916-8C7B-A7CD52A21C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02000" y="7991998"/>
                  <a:ext cx="0" cy="1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9BDB62BD-4436-4919-A25F-A6D84B183C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02000" y="7631999"/>
                  <a:ext cx="0" cy="1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31E3790E-0246-440D-A6F4-342BF8F60F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02000" y="7271999"/>
                  <a:ext cx="0" cy="1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0E2CEAA1-CCF4-4F61-A58B-204D8F034F0A}"/>
                    </a:ext>
                  </a:extLst>
                </p:cNvPr>
                <p:cNvCxnSpPr>
                  <a:cxnSpLocks/>
                  <a:stCxn id="32" idx="0"/>
                  <a:endCxn id="75" idx="0"/>
                </p:cNvCxnSpPr>
                <p:nvPr/>
              </p:nvCxnSpPr>
              <p:spPr>
                <a:xfrm flipV="1">
                  <a:off x="4302000" y="6912000"/>
                  <a:ext cx="0" cy="1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DAB42649-7FE8-4DD3-ABC4-5FC542461D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3582000" y="7272002"/>
                  <a:ext cx="0" cy="1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971D8E58-9470-4777-B265-1AF62D5D63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3582000" y="7632001"/>
                  <a:ext cx="0" cy="1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892F720B-AE39-4854-AE81-A7FDC5541F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3582000" y="7992001"/>
                  <a:ext cx="0" cy="1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A156B994-8F59-4DF0-A75C-2EE4D503D5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3582000" y="8352000"/>
                  <a:ext cx="0" cy="1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C55605B8-51B9-495A-A557-8E94118EF3B3}"/>
                    </a:ext>
                  </a:extLst>
                </p:cNvPr>
                <p:cNvCxnSpPr>
                  <a:cxnSpLocks/>
                  <a:stCxn id="78" idx="4"/>
                  <a:endCxn id="35" idx="0"/>
                </p:cNvCxnSpPr>
                <p:nvPr/>
              </p:nvCxnSpPr>
              <p:spPr>
                <a:xfrm>
                  <a:off x="3582000" y="6912000"/>
                  <a:ext cx="0" cy="1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412A42F1-7AB7-4769-A8E4-6411D3D55146}"/>
                    </a:ext>
                  </a:extLst>
                </p:cNvPr>
                <p:cNvCxnSpPr>
                  <a:cxnSpLocks/>
                  <a:stCxn id="47" idx="5"/>
                  <a:endCxn id="49" idx="5"/>
                </p:cNvCxnSpPr>
                <p:nvPr/>
              </p:nvCxnSpPr>
              <p:spPr>
                <a:xfrm>
                  <a:off x="3285640" y="7965639"/>
                  <a:ext cx="232720" cy="23271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DEF91ECB-DE19-41F3-AC3A-9913F28EB8A6}"/>
                    </a:ext>
                  </a:extLst>
                </p:cNvPr>
                <p:cNvCxnSpPr>
                  <a:cxnSpLocks/>
                  <a:stCxn id="78" idx="3"/>
                  <a:endCxn id="34" idx="7"/>
                </p:cNvCxnSpPr>
                <p:nvPr/>
              </p:nvCxnSpPr>
              <p:spPr>
                <a:xfrm flipH="1">
                  <a:off x="3285640" y="6885640"/>
                  <a:ext cx="232720" cy="23272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E349A0F7-42FA-4018-B602-69B7B7DE7B3A}"/>
                    </a:ext>
                  </a:extLst>
                </p:cNvPr>
                <p:cNvCxnSpPr>
                  <a:cxnSpLocks/>
                  <a:stCxn id="47" idx="6"/>
                  <a:endCxn id="48" idx="2"/>
                </p:cNvCxnSpPr>
                <p:nvPr/>
              </p:nvCxnSpPr>
              <p:spPr>
                <a:xfrm>
                  <a:off x="3312000" y="7901999"/>
                  <a:ext cx="180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54E261BC-FEE3-4A37-8C25-EBFE9798C84A}"/>
                    </a:ext>
                  </a:extLst>
                </p:cNvPr>
                <p:cNvCxnSpPr>
                  <a:cxnSpLocks/>
                  <a:stCxn id="48" idx="6"/>
                  <a:endCxn id="46" idx="2"/>
                </p:cNvCxnSpPr>
                <p:nvPr/>
              </p:nvCxnSpPr>
              <p:spPr>
                <a:xfrm>
                  <a:off x="3672000" y="7901999"/>
                  <a:ext cx="180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57881003-EC1F-48E4-9311-0ED490F84906}"/>
                    </a:ext>
                  </a:extLst>
                </p:cNvPr>
                <p:cNvCxnSpPr>
                  <a:cxnSpLocks/>
                  <a:stCxn id="46" idx="6"/>
                  <a:endCxn id="45" idx="2"/>
                </p:cNvCxnSpPr>
                <p:nvPr/>
              </p:nvCxnSpPr>
              <p:spPr>
                <a:xfrm>
                  <a:off x="4032000" y="7901999"/>
                  <a:ext cx="180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6B0D25C9-1DDE-4394-9731-6AA296F39CEC}"/>
                    </a:ext>
                  </a:extLst>
                </p:cNvPr>
                <p:cNvCxnSpPr>
                  <a:cxnSpLocks/>
                  <a:stCxn id="45" idx="6"/>
                  <a:endCxn id="73" idx="2"/>
                </p:cNvCxnSpPr>
                <p:nvPr/>
              </p:nvCxnSpPr>
              <p:spPr>
                <a:xfrm>
                  <a:off x="4392000" y="7901999"/>
                  <a:ext cx="180000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D2693F16-B720-43BA-974C-F71465347BD5}"/>
                    </a:ext>
                  </a:extLst>
                </p:cNvPr>
                <p:cNvCxnSpPr>
                  <a:cxnSpLocks/>
                  <a:endCxn id="47" idx="2"/>
                </p:cNvCxnSpPr>
                <p:nvPr/>
              </p:nvCxnSpPr>
              <p:spPr>
                <a:xfrm flipV="1">
                  <a:off x="2952000" y="7901999"/>
                  <a:ext cx="180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E76877BA-98B0-41C3-945F-A1CF80145D6B}"/>
                    </a:ext>
                  </a:extLst>
                </p:cNvPr>
                <p:cNvCxnSpPr>
                  <a:cxnSpLocks/>
                  <a:stCxn id="42" idx="5"/>
                  <a:endCxn id="46" idx="1"/>
                </p:cNvCxnSpPr>
                <p:nvPr/>
              </p:nvCxnSpPr>
              <p:spPr>
                <a:xfrm>
                  <a:off x="3645640" y="7605639"/>
                  <a:ext cx="232720" cy="23272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4065AAAC-01FD-418F-92C7-1D2800A87148}"/>
                    </a:ext>
                  </a:extLst>
                </p:cNvPr>
                <p:cNvCxnSpPr>
                  <a:cxnSpLocks/>
                  <a:stCxn id="46" idx="7"/>
                  <a:endCxn id="41" idx="3"/>
                </p:cNvCxnSpPr>
                <p:nvPr/>
              </p:nvCxnSpPr>
              <p:spPr>
                <a:xfrm flipV="1">
                  <a:off x="4005640" y="7605639"/>
                  <a:ext cx="232720" cy="23272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BD8C23FD-3945-4510-A69A-A452F595F5D8}"/>
                    </a:ext>
                  </a:extLst>
                </p:cNvPr>
                <p:cNvSpPr/>
                <p:nvPr/>
              </p:nvSpPr>
              <p:spPr>
                <a:xfrm>
                  <a:off x="4572000" y="7092000"/>
                  <a:ext cx="180000" cy="180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3F344ECA-B8CD-491E-AFAD-4DEBD27E2391}"/>
                    </a:ext>
                  </a:extLst>
                </p:cNvPr>
                <p:cNvCxnSpPr>
                  <a:cxnSpLocks/>
                  <a:endCxn id="71" idx="6"/>
                </p:cNvCxnSpPr>
                <p:nvPr/>
              </p:nvCxnSpPr>
              <p:spPr>
                <a:xfrm flipH="1">
                  <a:off x="4752000" y="7182000"/>
                  <a:ext cx="180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F39B7C52-91DC-478B-96E6-B92B951A2902}"/>
                    </a:ext>
                  </a:extLst>
                </p:cNvPr>
                <p:cNvSpPr/>
                <p:nvPr/>
              </p:nvSpPr>
              <p:spPr>
                <a:xfrm>
                  <a:off x="4572000" y="7812000"/>
                  <a:ext cx="180000" cy="180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C74943C3-1728-4994-976B-92530F8A22A7}"/>
                    </a:ext>
                  </a:extLst>
                </p:cNvPr>
                <p:cNvCxnSpPr>
                  <a:cxnSpLocks/>
                  <a:stCxn id="73" idx="6"/>
                </p:cNvCxnSpPr>
                <p:nvPr/>
              </p:nvCxnSpPr>
              <p:spPr>
                <a:xfrm>
                  <a:off x="4752000" y="7902000"/>
                  <a:ext cx="180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F4EC0C95-D249-4C7F-BC1F-94700EBECC0D}"/>
                    </a:ext>
                  </a:extLst>
                </p:cNvPr>
                <p:cNvSpPr/>
                <p:nvPr/>
              </p:nvSpPr>
              <p:spPr>
                <a:xfrm rot="10800000">
                  <a:off x="4212000" y="6732000"/>
                  <a:ext cx="180000" cy="180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CBB102E6-94D5-40A1-9683-B06A8F3CF495}"/>
                    </a:ext>
                  </a:extLst>
                </p:cNvPr>
                <p:cNvCxnSpPr>
                  <a:cxnSpLocks/>
                  <a:stCxn id="75" idx="4"/>
                </p:cNvCxnSpPr>
                <p:nvPr/>
              </p:nvCxnSpPr>
              <p:spPr>
                <a:xfrm flipV="1">
                  <a:off x="4302000" y="6552000"/>
                  <a:ext cx="0" cy="1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6E939F4A-407D-494D-9170-46BA7C997974}"/>
                    </a:ext>
                  </a:extLst>
                </p:cNvPr>
                <p:cNvCxnSpPr>
                  <a:cxnSpLocks/>
                  <a:stCxn id="71" idx="1"/>
                  <a:endCxn id="75" idx="1"/>
                </p:cNvCxnSpPr>
                <p:nvPr/>
              </p:nvCxnSpPr>
              <p:spPr>
                <a:xfrm flipH="1" flipV="1">
                  <a:off x="4365640" y="6885640"/>
                  <a:ext cx="232720" cy="23272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8" name="Oval 77">
                  <a:extLst>
                    <a:ext uri="{FF2B5EF4-FFF2-40B4-BE49-F238E27FC236}">
                      <a16:creationId xmlns:a16="http://schemas.microsoft.com/office/drawing/2014/main" id="{61FB371B-7038-4B97-BC18-4FC4BBE28D52}"/>
                    </a:ext>
                  </a:extLst>
                </p:cNvPr>
                <p:cNvSpPr/>
                <p:nvPr/>
              </p:nvSpPr>
              <p:spPr>
                <a:xfrm>
                  <a:off x="3492000" y="6732000"/>
                  <a:ext cx="180000" cy="18000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CF0B5963-65FD-4708-8549-557708E793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82000" y="6552000"/>
                  <a:ext cx="0" cy="1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/>
                  <a:tailEnd type="arrow" w="sm" len="sm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23D9A924-A79C-4DD1-BCE7-317320EDE967}"/>
                </a:ext>
              </a:extLst>
            </p:cNvPr>
            <p:cNvSpPr/>
            <p:nvPr/>
          </p:nvSpPr>
          <p:spPr>
            <a:xfrm>
              <a:off x="2359067" y="4737033"/>
              <a:ext cx="1080000" cy="2160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Intersection I</a:t>
              </a:r>
              <a:r>
                <a:rPr lang="en-US" sz="1400" baseline="-25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B0A59F2C-BB85-4BE3-A585-01698990ACA7}"/>
                </a:ext>
              </a:extLst>
            </p:cNvPr>
            <p:cNvSpPr/>
            <p:nvPr/>
          </p:nvSpPr>
          <p:spPr>
            <a:xfrm>
              <a:off x="3871067" y="4737033"/>
              <a:ext cx="1080000" cy="2160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Intersection I</a:t>
              </a:r>
              <a:r>
                <a:rPr lang="en-US" sz="1400" baseline="-25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</a:t>
              </a:r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5117593B-4E85-4560-91F1-436FC975E183}"/>
                </a:ext>
              </a:extLst>
            </p:cNvPr>
            <p:cNvSpPr/>
            <p:nvPr/>
          </p:nvSpPr>
          <p:spPr>
            <a:xfrm>
              <a:off x="5743067" y="4737033"/>
              <a:ext cx="1080000" cy="2160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Intersection I</a:t>
              </a:r>
              <a:r>
                <a:rPr lang="en-US" sz="1400" baseline="-25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F083D927-F2AF-44B8-BEDA-8A59E4894C89}"/>
                </a:ext>
              </a:extLst>
            </p:cNvPr>
            <p:cNvSpPr/>
            <p:nvPr/>
          </p:nvSpPr>
          <p:spPr>
            <a:xfrm>
              <a:off x="7561067" y="4737033"/>
              <a:ext cx="1080000" cy="2160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Intersection I</a:t>
              </a:r>
              <a:r>
                <a:rPr lang="en-US" sz="1400" baseline="-25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19257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D899-B130-FF84-7BF5-8101987FB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TW" dirty="0"/>
              <a:t>Exp 1. Intersection and Traffic Density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76869-87DD-1B2C-8260-DB80375A0A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6BB42ED-0428-F349-A1E9-DBFAF59858C6}" type="slidenum">
              <a:rPr lang="en-US" smtClean="0"/>
              <a:pPr/>
              <a:t>24</a:t>
            </a:fld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6B28747-1A76-3BCA-A13F-6B4D0ADC1D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4806669"/>
              </p:ext>
            </p:extLst>
          </p:nvPr>
        </p:nvGraphicFramePr>
        <p:xfrm>
          <a:off x="4176000" y="1800000"/>
          <a:ext cx="4680000" cy="30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5608CCE-EACB-ED19-5330-7E31A44AC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972000"/>
            <a:ext cx="8280000" cy="3888000"/>
          </a:xfrm>
        </p:spPr>
        <p:txBody>
          <a:bodyPr/>
          <a:lstStyle/>
          <a:p>
            <a:r>
              <a:rPr lang="en-US" dirty="0"/>
              <a:t>Our l</a:t>
            </a:r>
            <a:r>
              <a:rPr lang="en-TW" dirty="0"/>
              <a:t>earning-based policy usually perform</a:t>
            </a:r>
            <a:r>
              <a:rPr lang="en-US" dirty="0"/>
              <a:t>s</a:t>
            </a:r>
            <a:r>
              <a:rPr lang="en-TW" dirty="0"/>
              <a:t> better if training and validation environments are similar</a:t>
            </a:r>
          </a:p>
        </p:txBody>
      </p:sp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89BDDBDB-E4BC-3788-E280-523594854F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179298"/>
              </p:ext>
            </p:extLst>
          </p:nvPr>
        </p:nvGraphicFramePr>
        <p:xfrm>
          <a:off x="432000" y="2232000"/>
          <a:ext cx="3528000" cy="165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3883563845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804588083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485422209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329210653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endParaRPr lang="en-TW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Intersection</a:t>
                      </a: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Traffic Density</a:t>
                      </a: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Group Size</a:t>
                      </a: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58156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E1</a:t>
                      </a: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TW" sz="1200" baseline="-25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0.3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58058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E2</a:t>
                      </a: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TW" sz="1200" baseline="-25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7113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E3</a:t>
                      </a: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TW" sz="1200" baseline="-25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0.3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23571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E4</a:t>
                      </a: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TW" sz="1200" baseline="-25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2117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24C9769-433E-401C-B779-2D074A3AD03F}"/>
              </a:ext>
            </a:extLst>
          </p:cNvPr>
          <p:cNvSpPr txBox="1"/>
          <p:nvPr/>
        </p:nvSpPr>
        <p:spPr>
          <a:xfrm>
            <a:off x="1512000" y="1872000"/>
            <a:ext cx="1368000" cy="28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TW" sz="1600" dirty="0">
                <a:latin typeface="Calibri" panose="020F0502020204030204" pitchFamily="34" charset="0"/>
                <a:cs typeface="Calibri" panose="020F0502020204030204" pitchFamily="34" charset="0"/>
              </a:rPr>
              <a:t>Environment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en-TW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3636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D899-B130-FF84-7BF5-8101987FB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TW" dirty="0"/>
              <a:t>Exp 1</a:t>
            </a:r>
            <a:r>
              <a:rPr lang="en-US" dirty="0"/>
              <a:t>.</a:t>
            </a:r>
            <a:r>
              <a:rPr lang="en-TW" dirty="0"/>
              <a:t> Intersection and Traffic Density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76869-87DD-1B2C-8260-DB80375A0A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6BB42ED-0428-F349-A1E9-DBFAF59858C6}" type="slidenum">
              <a:rPr lang="en-US" smtClean="0"/>
              <a:pPr/>
              <a:t>25</a:t>
            </a:fld>
            <a:endParaRPr lang="en-US" dirty="0"/>
          </a:p>
        </p:txBody>
      </p: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B1CAD52F-708F-1068-D7C6-E16CD5347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778312"/>
              </p:ext>
            </p:extLst>
          </p:nvPr>
        </p:nvGraphicFramePr>
        <p:xfrm>
          <a:off x="432000" y="2232000"/>
          <a:ext cx="3528000" cy="165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3883563845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804588083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485422209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329210653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endParaRPr lang="en-TW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Intersection</a:t>
                      </a: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Traffic Density</a:t>
                      </a: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Group Size</a:t>
                      </a: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58156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E1</a:t>
                      </a: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TW" sz="1200" baseline="-25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0.3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58058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E2</a:t>
                      </a: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TW" sz="1200" baseline="-25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7113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E3</a:t>
                      </a: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TW" sz="1200" baseline="-25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0.3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23571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E4</a:t>
                      </a: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TW" sz="1200" baseline="-25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21179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5608CCE-EACB-ED19-5330-7E31A44AC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972000"/>
            <a:ext cx="8280000" cy="3888000"/>
          </a:xfrm>
        </p:spPr>
        <p:txBody>
          <a:bodyPr/>
          <a:lstStyle/>
          <a:p>
            <a:r>
              <a:rPr lang="en-US" dirty="0"/>
              <a:t>Our l</a:t>
            </a:r>
            <a:r>
              <a:rPr lang="en-TW" dirty="0"/>
              <a:t>earning-based policy usually perform</a:t>
            </a:r>
            <a:r>
              <a:rPr lang="en-US" dirty="0"/>
              <a:t>s</a:t>
            </a:r>
            <a:r>
              <a:rPr lang="en-TW" dirty="0"/>
              <a:t> better if training and validation environments are similar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2A723C7-5146-038C-5165-D806AB485C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9417366"/>
              </p:ext>
            </p:extLst>
          </p:nvPr>
        </p:nvGraphicFramePr>
        <p:xfrm>
          <a:off x="4176000" y="1800000"/>
          <a:ext cx="4680000" cy="30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9BC9155-5AC9-49C9-A471-104F6440B3E0}"/>
              </a:ext>
            </a:extLst>
          </p:cNvPr>
          <p:cNvSpPr txBox="1"/>
          <p:nvPr/>
        </p:nvSpPr>
        <p:spPr>
          <a:xfrm>
            <a:off x="1512000" y="1872000"/>
            <a:ext cx="1368000" cy="28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TW" sz="1600" dirty="0">
                <a:latin typeface="Calibri" panose="020F0502020204030204" pitchFamily="34" charset="0"/>
                <a:cs typeface="Calibri" panose="020F0502020204030204" pitchFamily="34" charset="0"/>
              </a:rPr>
              <a:t>Environment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en-TW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55552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D899-B130-FF84-7BF5-8101987FB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TW" dirty="0"/>
              <a:t>Exp 2. Group Size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76869-87DD-1B2C-8260-DB80375A0A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6BB42ED-0428-F349-A1E9-DBFAF59858C6}" type="slidenum">
              <a:rPr lang="en-US" smtClean="0"/>
              <a:pPr/>
              <a:t>26</a:t>
            </a:fld>
            <a:endParaRPr lang="en-US" dirty="0"/>
          </a:p>
        </p:txBody>
      </p: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B1CAD52F-708F-1068-D7C6-E16CD5347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680926"/>
              </p:ext>
            </p:extLst>
          </p:nvPr>
        </p:nvGraphicFramePr>
        <p:xfrm>
          <a:off x="432000" y="2232000"/>
          <a:ext cx="3528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3883563845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804588083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485422209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329210653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endParaRPr lang="en-TW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Intersection</a:t>
                      </a: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Traffic Density</a:t>
                      </a: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Group Size</a:t>
                      </a: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58156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E2</a:t>
                      </a: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TW" sz="1200" baseline="-25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7113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E5</a:t>
                      </a: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TW" sz="1200" baseline="-25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235714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6B28747-1A76-3BCA-A13F-6B4D0ADC1D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2203894"/>
              </p:ext>
            </p:extLst>
          </p:nvPr>
        </p:nvGraphicFramePr>
        <p:xfrm>
          <a:off x="4176000" y="1800000"/>
          <a:ext cx="4680000" cy="30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38723EB-0D27-A3EF-C1EC-91F5686E7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972000"/>
            <a:ext cx="8280000" cy="3888000"/>
          </a:xfrm>
        </p:spPr>
        <p:txBody>
          <a:bodyPr/>
          <a:lstStyle/>
          <a:p>
            <a:r>
              <a:rPr lang="en-TW" dirty="0"/>
              <a:t>Grouping strategy can boost performance and efficiency</a:t>
            </a:r>
          </a:p>
          <a:p>
            <a:r>
              <a:rPr lang="en-US" dirty="0"/>
              <a:t>Required v</a:t>
            </a:r>
            <a:r>
              <a:rPr lang="en-TW" dirty="0"/>
              <a:t>alidation time is not linear to validation group size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7B53BE-5173-4045-AD75-82658C9E5D15}"/>
              </a:ext>
            </a:extLst>
          </p:cNvPr>
          <p:cNvSpPr txBox="1"/>
          <p:nvPr/>
        </p:nvSpPr>
        <p:spPr>
          <a:xfrm>
            <a:off x="1512000" y="1872000"/>
            <a:ext cx="1368000" cy="28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TW" sz="1600" dirty="0">
                <a:latin typeface="Calibri" panose="020F0502020204030204" pitchFamily="34" charset="0"/>
                <a:cs typeface="Calibri" panose="020F0502020204030204" pitchFamily="34" charset="0"/>
              </a:rPr>
              <a:t>Environment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en-TW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139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D899-B130-FF84-7BF5-8101987FB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TW" dirty="0"/>
              <a:t>Exp 3. Overall Comparison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76869-87DD-1B2C-8260-DB80375A0A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6BB42ED-0428-F349-A1E9-DBFAF59858C6}" type="slidenum">
              <a:rPr lang="en-US" smtClean="0"/>
              <a:pPr/>
              <a:t>27</a:t>
            </a:fld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6B28747-1A76-3BCA-A13F-6B4D0ADC1D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8635442"/>
              </p:ext>
            </p:extLst>
          </p:nvPr>
        </p:nvGraphicFramePr>
        <p:xfrm>
          <a:off x="4176000" y="1800000"/>
          <a:ext cx="4680000" cy="30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6E9F12DB-A9F1-648B-B4F6-0C0858FD06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843895"/>
              </p:ext>
            </p:extLst>
          </p:nvPr>
        </p:nvGraphicFramePr>
        <p:xfrm>
          <a:off x="432000" y="2232000"/>
          <a:ext cx="3528000" cy="165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3883563845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804588083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485422209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329210653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endParaRPr lang="en-TW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Intersection</a:t>
                      </a: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Traffic Density</a:t>
                      </a: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Group Size</a:t>
                      </a: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58156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E1</a:t>
                      </a: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TW" sz="1200" baseline="-25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0.3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58058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E3</a:t>
                      </a: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TW" sz="1200" baseline="-25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0.3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7113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E6</a:t>
                      </a: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TW" sz="1200" baseline="-25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0.3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23571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E8</a:t>
                      </a: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TW" sz="1200" baseline="-25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0.3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21179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7086B-C9D2-7F40-DF82-FFA455347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972000"/>
            <a:ext cx="8280000" cy="38880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iGreedy</a:t>
            </a:r>
            <a:r>
              <a:rPr lang="en-US" dirty="0"/>
              <a:t> </a:t>
            </a:r>
            <a:r>
              <a:rPr lang="en-TW" dirty="0"/>
              <a:t>policy generally perform</a:t>
            </a:r>
            <a:r>
              <a:rPr lang="en-US" dirty="0"/>
              <a:t>s</a:t>
            </a:r>
            <a:r>
              <a:rPr lang="en-TW" dirty="0"/>
              <a:t> well </a:t>
            </a:r>
            <a:r>
              <a:rPr lang="en-US" dirty="0"/>
              <a:t>when the traffic density is lower</a:t>
            </a:r>
            <a:endParaRPr lang="en-TW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AC3B35-628E-4E44-8573-0B4AA13BB646}"/>
              </a:ext>
            </a:extLst>
          </p:cNvPr>
          <p:cNvSpPr txBox="1"/>
          <p:nvPr/>
        </p:nvSpPr>
        <p:spPr>
          <a:xfrm>
            <a:off x="1512000" y="1872000"/>
            <a:ext cx="1368000" cy="28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TW" sz="1600" dirty="0">
                <a:latin typeface="Calibri" panose="020F0502020204030204" pitchFamily="34" charset="0"/>
                <a:cs typeface="Calibri" panose="020F0502020204030204" pitchFamily="34" charset="0"/>
              </a:rPr>
              <a:t>Environment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en-TW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3905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D899-B130-FF84-7BF5-8101987FB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TW" dirty="0"/>
              <a:t>Exp 3. Overall Comparison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76869-87DD-1B2C-8260-DB80375A0A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6BB42ED-0428-F349-A1E9-DBFAF59858C6}" type="slidenum">
              <a:rPr lang="en-US" smtClean="0"/>
              <a:pPr/>
              <a:t>28</a:t>
            </a:fld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6B28747-1A76-3BCA-A13F-6B4D0ADC1D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375716"/>
              </p:ext>
            </p:extLst>
          </p:nvPr>
        </p:nvGraphicFramePr>
        <p:xfrm>
          <a:off x="4176000" y="1800000"/>
          <a:ext cx="4680000" cy="30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BE1AF333-C019-6E8D-CD8F-84188E910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473990"/>
              </p:ext>
            </p:extLst>
          </p:nvPr>
        </p:nvGraphicFramePr>
        <p:xfrm>
          <a:off x="432000" y="2232000"/>
          <a:ext cx="3528000" cy="165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3883563845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804588083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485422209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329210653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endParaRPr lang="en-TW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Intersection</a:t>
                      </a: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Traffic Density</a:t>
                      </a: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Group Size</a:t>
                      </a: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58156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E2</a:t>
                      </a: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TW" sz="1200" baseline="-25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58058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E4</a:t>
                      </a: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TW" sz="1200" baseline="-25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7113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E7</a:t>
                      </a: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TW" sz="1200" baseline="-25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23571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E9</a:t>
                      </a:r>
                    </a:p>
                  </a:txBody>
                  <a:tcPr marL="0" marR="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TW" sz="1200" baseline="-25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21179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A6558-B5C8-ACBE-4F79-807001DED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972000"/>
            <a:ext cx="8280000" cy="3888000"/>
          </a:xfrm>
        </p:spPr>
        <p:txBody>
          <a:bodyPr/>
          <a:lstStyle/>
          <a:p>
            <a:r>
              <a:rPr lang="en-US" dirty="0"/>
              <a:t>Our l</a:t>
            </a:r>
            <a:r>
              <a:rPr lang="en-TW" dirty="0"/>
              <a:t>earning-based policy outperform</a:t>
            </a:r>
            <a:r>
              <a:rPr lang="en-US" dirty="0"/>
              <a:t>s the</a:t>
            </a:r>
            <a:r>
              <a:rPr lang="en-TW" dirty="0"/>
              <a:t> iGreedy </a:t>
            </a:r>
            <a:r>
              <a:rPr lang="en-US" dirty="0"/>
              <a:t>policy when the traffic density is higher</a:t>
            </a:r>
            <a:endParaRPr lang="en-TW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144D2F-682A-4088-B3A0-A8F40D8BEEF4}"/>
              </a:ext>
            </a:extLst>
          </p:cNvPr>
          <p:cNvSpPr txBox="1"/>
          <p:nvPr/>
        </p:nvSpPr>
        <p:spPr>
          <a:xfrm>
            <a:off x="1512000" y="1872000"/>
            <a:ext cx="1368000" cy="28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TW" sz="1600" dirty="0">
                <a:latin typeface="Calibri" panose="020F0502020204030204" pitchFamily="34" charset="0"/>
                <a:cs typeface="Calibri" panose="020F0502020204030204" pitchFamily="34" charset="0"/>
              </a:rPr>
              <a:t>Environment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en-TW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5223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2047B-6FEE-4554-8DB9-C60BD5244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8BB9E-7A0C-44D3-BF1B-53DA24A91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Background</a:t>
            </a:r>
          </a:p>
          <a:p>
            <a:r>
              <a:rPr lang="en-US" dirty="0"/>
              <a:t>Problem Definition</a:t>
            </a:r>
          </a:p>
          <a:p>
            <a:r>
              <a:rPr lang="en-US" dirty="0"/>
              <a:t>Our Approach</a:t>
            </a:r>
          </a:p>
          <a:p>
            <a:r>
              <a:rPr lang="en-US" altLang="zh-TW" dirty="0"/>
              <a:t>Experimental Results</a:t>
            </a:r>
          </a:p>
          <a:p>
            <a:r>
              <a:rPr lang="en-US" altLang="zh-TW" b="1" u="sng" dirty="0"/>
              <a:t>Conclusion</a:t>
            </a:r>
            <a:endParaRPr lang="zh-TW" altLang="en-US" b="1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C448C-27CD-4CBF-809E-0099856043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6BB42ED-0428-F349-A1E9-DBFAF59858C6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12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B4B49-73BB-45AD-A3DB-D6CA27B93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Conclusion</a:t>
            </a:r>
            <a:endParaRPr lang="zh-TW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BA759-88DF-4799-9475-760FB647A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propose a learning-based centralized intersection manager</a:t>
            </a:r>
          </a:p>
          <a:p>
            <a:pPr lvl="1"/>
            <a:r>
              <a:rPr lang="en-US" dirty="0"/>
              <a:t>Graph-based intersection modeling gives generality</a:t>
            </a:r>
          </a:p>
          <a:p>
            <a:pPr lvl="1"/>
            <a:r>
              <a:rPr lang="en-US" dirty="0"/>
              <a:t>Reinforcement learning pushes the limit of scheduling performance in complex environments</a:t>
            </a:r>
          </a:p>
          <a:p>
            <a:pPr lvl="1"/>
            <a:r>
              <a:rPr lang="en-US" dirty="0"/>
              <a:t>Grouping strategy improves validation performance and efficiency</a:t>
            </a:r>
          </a:p>
          <a:p>
            <a:r>
              <a:rPr lang="en-US" dirty="0"/>
              <a:t>Future directions</a:t>
            </a:r>
          </a:p>
          <a:p>
            <a:pPr lvl="1"/>
            <a:r>
              <a:rPr lang="en-US" dirty="0"/>
              <a:t>Training acceleration</a:t>
            </a:r>
          </a:p>
          <a:p>
            <a:pPr lvl="1"/>
            <a:r>
              <a:rPr lang="en-US" dirty="0"/>
              <a:t>Improve grouping strategy</a:t>
            </a:r>
          </a:p>
          <a:p>
            <a:pPr lvl="1"/>
            <a:r>
              <a:rPr lang="en-US" dirty="0"/>
              <a:t>Cross-model scheduling metrics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A9C3DB0-4C3A-4556-8EBD-518547A5C1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6BB42ED-0428-F349-A1E9-DBFAF59858C6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7517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6000" dirty="0"/>
          </a:p>
          <a:p>
            <a:pPr marL="0" indent="0" algn="ctr">
              <a:buNone/>
            </a:pPr>
            <a:r>
              <a:rPr lang="en-US" sz="6000" dirty="0"/>
              <a:t>Q&amp;A</a:t>
            </a:r>
            <a:endParaRPr lang="en-US" sz="2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6BB42ED-0428-F349-A1E9-DBFAF59858C6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416058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chemeClr val="tx1"/>
          </a:solidFill>
        </a:ln>
      </a:spPr>
      <a:bodyPr lIns="0" tIns="0" rIns="0" bIns="0" rtlCol="0" anchor="ctr"/>
      <a:lstStyle>
        <a:defPPr algn="ctr">
          <a:defRPr dirty="0" smtClean="0">
            <a:solidFill>
              <a:schemeClr val="tx1"/>
            </a:solidFill>
            <a:latin typeface="Calibri" panose="020F050202020403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  <a:headEnd type="none"/>
          <a:tailEnd type="none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佈景主題1" id="{F63A903F-56F7-46F7-818B-03074D524108}" vid="{B6092F07-59B4-47A9-8F5D-59C30DB4D432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17328</TotalTime>
  <Words>1413</Words>
  <Application>Microsoft Office PowerPoint</Application>
  <PresentationFormat>On-screen Show (16:9)</PresentationFormat>
  <Paragraphs>452</Paragraphs>
  <Slides>31</Slides>
  <Notes>18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微軟正黑體</vt:lpstr>
      <vt:lpstr>新細明體</vt:lpstr>
      <vt:lpstr>Arial</vt:lpstr>
      <vt:lpstr>Calibri</vt:lpstr>
      <vt:lpstr>Wingdings</vt:lpstr>
      <vt:lpstr>佈景主題1</vt:lpstr>
      <vt:lpstr>PowerPoint Presentation</vt:lpstr>
      <vt:lpstr>Outline</vt:lpstr>
      <vt:lpstr>Intelligent Intersection Management</vt:lpstr>
      <vt:lpstr>Reinforcement Learning (RL)</vt:lpstr>
      <vt:lpstr>Motivations</vt:lpstr>
      <vt:lpstr>Contributions</vt:lpstr>
      <vt:lpstr>Outline</vt:lpstr>
      <vt:lpstr>Graph-Based Intersection Model</vt:lpstr>
      <vt:lpstr>Graph-Based Intersection Model</vt:lpstr>
      <vt:lpstr>Job Shop Scheduling Problem (JSSP)</vt:lpstr>
      <vt:lpstr>Graph-based Formulation of JSSP</vt:lpstr>
      <vt:lpstr>Outline</vt:lpstr>
      <vt:lpstr>Problem Definition</vt:lpstr>
      <vt:lpstr>Outline</vt:lpstr>
      <vt:lpstr>Our Approach</vt:lpstr>
      <vt:lpstr>Our Approach</vt:lpstr>
      <vt:lpstr>Building Timing Conflict Graph</vt:lpstr>
      <vt:lpstr>TCG and Constrained-JSSP Transformation</vt:lpstr>
      <vt:lpstr>RL Formulation</vt:lpstr>
      <vt:lpstr>Training</vt:lpstr>
      <vt:lpstr>Our Approach</vt:lpstr>
      <vt:lpstr>Outline</vt:lpstr>
      <vt:lpstr>Experimental Setting</vt:lpstr>
      <vt:lpstr>Exp 1. Intersection and Traffic Density</vt:lpstr>
      <vt:lpstr>Exp 1. Intersection and Traffic Density</vt:lpstr>
      <vt:lpstr>Exp 2. Group Size</vt:lpstr>
      <vt:lpstr>Exp 3. Overall Comparison</vt:lpstr>
      <vt:lpstr>Exp 3. Overall Comparison</vt:lpstr>
      <vt:lpstr>Outline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Mixed-Traffic Intersection Management Utilizing Connected and Autonomous Vehicles as Traffic Regulators</dc:title>
  <dc:creator>品鈞 陳</dc:creator>
  <cp:lastModifiedBy>cwlin</cp:lastModifiedBy>
  <cp:revision>202</cp:revision>
  <dcterms:created xsi:type="dcterms:W3CDTF">2023-01-02T21:31:55Z</dcterms:created>
  <dcterms:modified xsi:type="dcterms:W3CDTF">2023-04-12T06:43:54Z</dcterms:modified>
</cp:coreProperties>
</file>